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61" r:id="rId3"/>
  </p:sldMasterIdLst>
  <p:notesMasterIdLst>
    <p:notesMasterId r:id="rId8"/>
  </p:notesMasterIdLst>
  <p:handoutMasterIdLst>
    <p:handoutMasterId r:id="rId9"/>
  </p:handoutMasterIdLst>
  <p:sldIdLst>
    <p:sldId id="262" r:id="rId4"/>
    <p:sldId id="260" r:id="rId5"/>
    <p:sldId id="259" r:id="rId6"/>
    <p:sldId id="261" r:id="rId7"/>
  </p:sldIdLst>
  <p:sldSz cx="9144000" cy="5143500" type="screen16x9"/>
  <p:notesSz cx="6858000" cy="9144000"/>
  <p:defaultTextStyle>
    <a:lvl1pPr marL="0" algn="l" rtl="0" latinLnBrk="0">
      <a:defRPr lang="it-IT" sz="1800" kern="1200">
        <a:solidFill>
          <a:schemeClr val="tx1"/>
        </a:solidFill>
        <a:latin typeface="+mn-lt"/>
        <a:ea typeface="+mn-ea"/>
        <a:cs typeface="+mn-cs"/>
      </a:defRPr>
    </a:lvl1pPr>
    <a:lvl2pPr marL="457200" algn="l" rtl="0" latinLnBrk="0">
      <a:defRPr lang="it-IT" sz="1800" kern="1200">
        <a:solidFill>
          <a:schemeClr val="tx1"/>
        </a:solidFill>
        <a:latin typeface="+mn-lt"/>
        <a:ea typeface="+mn-ea"/>
        <a:cs typeface="+mn-cs"/>
      </a:defRPr>
    </a:lvl2pPr>
    <a:lvl3pPr marL="914400" algn="l" rtl="0" latinLnBrk="0">
      <a:defRPr lang="it-IT" sz="1800" kern="1200">
        <a:solidFill>
          <a:schemeClr val="tx1"/>
        </a:solidFill>
        <a:latin typeface="+mn-lt"/>
        <a:ea typeface="+mn-ea"/>
        <a:cs typeface="+mn-cs"/>
      </a:defRPr>
    </a:lvl3pPr>
    <a:lvl4pPr marL="1371600" algn="l" rtl="0" latinLnBrk="0">
      <a:defRPr lang="it-IT" sz="1800" kern="1200">
        <a:solidFill>
          <a:schemeClr val="tx1"/>
        </a:solidFill>
        <a:latin typeface="+mn-lt"/>
        <a:ea typeface="+mn-ea"/>
        <a:cs typeface="+mn-cs"/>
      </a:defRPr>
    </a:lvl4pPr>
    <a:lvl5pPr marL="1828800" algn="l" rtl="0" latinLnBrk="0">
      <a:defRPr lang="it-IT" sz="1800" kern="1200">
        <a:solidFill>
          <a:schemeClr val="tx1"/>
        </a:solidFill>
        <a:latin typeface="+mn-lt"/>
        <a:ea typeface="+mn-ea"/>
        <a:cs typeface="+mn-cs"/>
      </a:defRPr>
    </a:lvl5pPr>
    <a:lvl6pPr marL="2286000" algn="l" rtl="0" latinLnBrk="0">
      <a:defRPr lang="it-IT" sz="1800" kern="1200">
        <a:solidFill>
          <a:schemeClr val="tx1"/>
        </a:solidFill>
        <a:latin typeface="+mn-lt"/>
        <a:ea typeface="+mn-ea"/>
        <a:cs typeface="+mn-cs"/>
      </a:defRPr>
    </a:lvl6pPr>
    <a:lvl7pPr marL="2743200" algn="l" rtl="0" latinLnBrk="0">
      <a:defRPr lang="it-IT" sz="1800" kern="1200">
        <a:solidFill>
          <a:schemeClr val="tx1"/>
        </a:solidFill>
        <a:latin typeface="+mn-lt"/>
        <a:ea typeface="+mn-ea"/>
        <a:cs typeface="+mn-cs"/>
      </a:defRPr>
    </a:lvl7pPr>
    <a:lvl8pPr marL="3200400" algn="l" rtl="0" latinLnBrk="0">
      <a:defRPr lang="it-IT" sz="1800" kern="1200">
        <a:solidFill>
          <a:schemeClr val="tx1"/>
        </a:solidFill>
        <a:latin typeface="+mn-lt"/>
        <a:ea typeface="+mn-ea"/>
        <a:cs typeface="+mn-cs"/>
      </a:defRPr>
    </a:lvl8pPr>
    <a:lvl9pPr marL="3657600" algn="l" rtl="0" latinLnBrk="0">
      <a:defRPr lang="it-IT"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B8C"/>
    <a:srgbClr val="5B70BD"/>
    <a:srgbClr val="03AA05"/>
    <a:srgbClr val="E10003"/>
    <a:srgbClr val="66FF66"/>
    <a:srgbClr val="B83631"/>
    <a:srgbClr val="FFFF00"/>
    <a:srgbClr val="2DA2BF"/>
    <a:srgbClr val="4A66A1"/>
    <a:srgbClr val="4865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225" autoAdjust="0"/>
    <p:restoredTop sz="63572" autoAdjust="0"/>
  </p:normalViewPr>
  <p:slideViewPr>
    <p:cSldViewPr>
      <p:cViewPr varScale="1">
        <p:scale>
          <a:sx n="112" d="100"/>
          <a:sy n="112" d="100"/>
        </p:scale>
        <p:origin x="102" y="59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4" d="100"/>
          <a:sy n="84" d="100"/>
        </p:scale>
        <p:origin x="277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Master" Target="slideMasters/slideMaster2.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8594F993-3040-17B5-224B-EBF1F76245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62BFE774-C0B9-237D-58FF-6437E909A5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0F5EF1-9864-483A-A208-1115AF0E6E3C}" type="datetimeFigureOut">
              <a:rPr lang="it-IT" smtClean="0"/>
              <a:t>29/11/2025</a:t>
            </a:fld>
            <a:endParaRPr lang="it-IT"/>
          </a:p>
        </p:txBody>
      </p:sp>
      <p:sp>
        <p:nvSpPr>
          <p:cNvPr id="4" name="Segnaposto piè di pagina 3">
            <a:extLst>
              <a:ext uri="{FF2B5EF4-FFF2-40B4-BE49-F238E27FC236}">
                <a16:creationId xmlns:a16="http://schemas.microsoft.com/office/drawing/2014/main" id="{A883905E-887B-F05C-C84F-B52FB943FD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0E0EFE48-E0E5-4903-AE2E-D37494CA456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A1EA94-E588-4084-9F62-BC187C9C6407}" type="slidenum">
              <a:rPr lang="it-IT" smtClean="0"/>
              <a:t>‹N›</a:t>
            </a:fld>
            <a:endParaRPr lang="it-IT"/>
          </a:p>
        </p:txBody>
      </p:sp>
    </p:spTree>
    <p:extLst>
      <p:ext uri="{BB962C8B-B14F-4D97-AF65-F5344CB8AC3E}">
        <p14:creationId xmlns:p14="http://schemas.microsoft.com/office/powerpoint/2010/main" val="9578000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latinLnBrk="0">
              <a:defRPr lang="it-IT" sz="1200"/>
            </a:lvl1pPr>
            <a:extLst/>
          </a:lstStyle>
          <a:p>
            <a:endParaRPr lang="it-IT"/>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latinLnBrk="0">
              <a:defRPr lang="it-IT" sz="1200"/>
            </a:lvl1pPr>
            <a:extLst/>
          </a:lstStyle>
          <a:p>
            <a:fld id="{A8ADFD5B-A66C-449C-B6E8-FB716D07777D}" type="datetimeFigureOut">
              <a:rPr lang="it-IT"/>
              <a:pPr/>
              <a:t>29/11/2025</a:t>
            </a:fld>
            <a:endParaRPr lang="it-IT"/>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rtlCol="0" anchor="ctr"/>
          <a:lstStyle/>
          <a:p>
            <a:endParaRPr lang="it-IT"/>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latinLnBrk="0">
              <a:defRPr lang="it-IT" sz="1200"/>
            </a:lvl1pPr>
            <a:extLst/>
          </a:lstStyle>
          <a:p>
            <a:endParaRPr lang="it-IT"/>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latinLnBrk="0">
              <a:defRPr lang="it-IT" sz="1200"/>
            </a:lvl1pPr>
            <a:extLst/>
          </a:lstStyle>
          <a:p>
            <a:fld id="{CA5D3BF3-D352-46FC-8343-31F56E6730EA}" type="slidenum">
              <a:rPr/>
              <a:pPr/>
              <a:t>‹N›</a:t>
            </a:fld>
            <a:endParaRPr lang="it-IT"/>
          </a:p>
        </p:txBody>
      </p:sp>
    </p:spTree>
    <p:extLst>
      <p:ext uri="{BB962C8B-B14F-4D97-AF65-F5344CB8AC3E}">
        <p14:creationId xmlns:p14="http://schemas.microsoft.com/office/powerpoint/2010/main" val="2478573956"/>
      </p:ext>
    </p:extLst>
  </p:cSld>
  <p:clrMap bg1="lt1" tx1="dk1" bg2="lt2" tx2="dk2" accent1="accent1" accent2="accent2" accent3="accent3" accent4="accent4" accent5="accent5" accent6="accent6" hlink="hlink" folHlink="folHlink"/>
  <p:notesStyle>
    <a:lvl1pPr marL="0" algn="l" rtl="0" latinLnBrk="0">
      <a:defRPr lang="it-IT" sz="1200" kern="1200">
        <a:solidFill>
          <a:schemeClr val="tx1"/>
        </a:solidFill>
        <a:latin typeface="+mn-lt"/>
        <a:ea typeface="+mn-ea"/>
        <a:cs typeface="+mn-cs"/>
      </a:defRPr>
    </a:lvl1pPr>
    <a:lvl2pPr marL="457200" algn="l" rtl="0" latinLnBrk="0">
      <a:defRPr lang="it-IT" sz="1200" kern="1200">
        <a:solidFill>
          <a:schemeClr val="tx1"/>
        </a:solidFill>
        <a:latin typeface="+mn-lt"/>
        <a:ea typeface="+mn-ea"/>
        <a:cs typeface="+mn-cs"/>
      </a:defRPr>
    </a:lvl2pPr>
    <a:lvl3pPr marL="914400" algn="l" rtl="0" latinLnBrk="0">
      <a:defRPr lang="it-IT" sz="1200" kern="1200">
        <a:solidFill>
          <a:schemeClr val="tx1"/>
        </a:solidFill>
        <a:latin typeface="+mn-lt"/>
        <a:ea typeface="+mn-ea"/>
        <a:cs typeface="+mn-cs"/>
      </a:defRPr>
    </a:lvl3pPr>
    <a:lvl4pPr marL="1371600" algn="l" rtl="0" latinLnBrk="0">
      <a:defRPr lang="it-IT" sz="1200" kern="1200">
        <a:solidFill>
          <a:schemeClr val="tx1"/>
        </a:solidFill>
        <a:latin typeface="+mn-lt"/>
        <a:ea typeface="+mn-ea"/>
        <a:cs typeface="+mn-cs"/>
      </a:defRPr>
    </a:lvl4pPr>
    <a:lvl5pPr marL="1828800" algn="l" rtl="0" latinLnBrk="0">
      <a:defRPr lang="it-IT" sz="1200" kern="1200">
        <a:solidFill>
          <a:schemeClr val="tx1"/>
        </a:solidFill>
        <a:latin typeface="+mn-lt"/>
        <a:ea typeface="+mn-ea"/>
        <a:cs typeface="+mn-cs"/>
      </a:defRPr>
    </a:lvl5pPr>
    <a:lvl6pPr marL="2286000" algn="l" rtl="0" latinLnBrk="0">
      <a:defRPr lang="it-IT" sz="1200" kern="1200">
        <a:solidFill>
          <a:schemeClr val="tx1"/>
        </a:solidFill>
        <a:latin typeface="+mn-lt"/>
        <a:ea typeface="+mn-ea"/>
        <a:cs typeface="+mn-cs"/>
      </a:defRPr>
    </a:lvl6pPr>
    <a:lvl7pPr marL="2743200" algn="l" rtl="0" latinLnBrk="0">
      <a:defRPr lang="it-IT" sz="1200" kern="1200">
        <a:solidFill>
          <a:schemeClr val="tx1"/>
        </a:solidFill>
        <a:latin typeface="+mn-lt"/>
        <a:ea typeface="+mn-ea"/>
        <a:cs typeface="+mn-cs"/>
      </a:defRPr>
    </a:lvl7pPr>
    <a:lvl8pPr marL="3200400" algn="l" rtl="0" latinLnBrk="0">
      <a:defRPr lang="it-IT" sz="1200" kern="1200">
        <a:solidFill>
          <a:schemeClr val="tx1"/>
        </a:solidFill>
        <a:latin typeface="+mn-lt"/>
        <a:ea typeface="+mn-ea"/>
        <a:cs typeface="+mn-cs"/>
      </a:defRPr>
    </a:lvl8pPr>
    <a:lvl9pPr marL="3657600" algn="l" rtl="0" latinLnBrk="0">
      <a:defRPr lang="it-IT"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it-IT"/>
          </a:p>
        </p:txBody>
      </p:sp>
      <p:sp>
        <p:nvSpPr>
          <p:cNvPr id="4" name="Rectangle 3"/>
          <p:cNvSpPr>
            <a:spLocks noGrp="1"/>
          </p:cNvSpPr>
          <p:nvPr>
            <p:ph type="sldNum" sz="quarter" idx="10"/>
          </p:nvPr>
        </p:nvSpPr>
        <p:spPr/>
        <p:txBody>
          <a:bodyPr/>
          <a:lstStyle/>
          <a:p>
            <a:fld id="{CA5D3BF3-D352-46FC-8343-31F56E6730EA}" type="slidenum">
              <a:rPr lang="it-IT" smtClean="0"/>
              <a:pPr/>
              <a:t>1</a:t>
            </a:fld>
            <a:endParaRPr lang="it-IT"/>
          </a:p>
        </p:txBody>
      </p:sp>
    </p:spTree>
    <p:extLst>
      <p:ext uri="{BB962C8B-B14F-4D97-AF65-F5344CB8AC3E}">
        <p14:creationId xmlns:p14="http://schemas.microsoft.com/office/powerpoint/2010/main" val="19392058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a titolo">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10" name="Rectangle 9"/>
          <p:cNvSpPr/>
          <p:nvPr/>
        </p:nvSpPr>
        <p:spPr>
          <a:xfrm>
            <a:off x="-9144" y="4537751"/>
            <a:ext cx="2249424" cy="568755"/>
          </a:xfrm>
          <a:prstGeom prst="rect">
            <a:avLst/>
          </a:prstGeom>
          <a:solidFill>
            <a:srgbClr val="E10003"/>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11" name="Rectangle 10"/>
          <p:cNvSpPr/>
          <p:nvPr/>
        </p:nvSpPr>
        <p:spPr>
          <a:xfrm>
            <a:off x="3203848" y="4526584"/>
            <a:ext cx="5940152" cy="568755"/>
          </a:xfrm>
          <a:prstGeom prst="rect">
            <a:avLst/>
          </a:prstGeom>
          <a:solidFill>
            <a:srgbClr val="03AA05"/>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12" name="Rectangle 11"/>
          <p:cNvSpPr>
            <a:spLocks noGrp="1"/>
          </p:cNvSpPr>
          <p:nvPr>
            <p:ph type="title"/>
          </p:nvPr>
        </p:nvSpPr>
        <p:spPr>
          <a:xfrm>
            <a:off x="2362200" y="2343150"/>
            <a:ext cx="6477000" cy="2038350"/>
          </a:xfrm>
        </p:spPr>
        <p:txBody>
          <a:bodyPr rtlCol="0" anchor="b"/>
          <a:lstStyle>
            <a:lvl1pPr eaLnBrk="1" latinLnBrk="0" hangingPunct="1">
              <a:defRPr kumimoji="0" lang="it-IT" cap="all" baseline="0"/>
            </a:lvl1pPr>
            <a:extLst/>
          </a:lstStyle>
          <a:p>
            <a:pPr eaLnBrk="1" latinLnBrk="0" hangingPunct="1"/>
            <a:r>
              <a:rPr lang="it-IT" dirty="0"/>
              <a:t>Fare clic per modificare lo stile del titolo</a:t>
            </a:r>
            <a:endParaRPr dirty="0"/>
          </a:p>
        </p:txBody>
      </p:sp>
      <p:sp>
        <p:nvSpPr>
          <p:cNvPr id="14" name="Rettangolo 13"/>
          <p:cNvSpPr/>
          <p:nvPr userDrawn="1"/>
        </p:nvSpPr>
        <p:spPr>
          <a:xfrm>
            <a:off x="1619673" y="4535284"/>
            <a:ext cx="648072" cy="57122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 name="Immagine 1" descr="Immagine che contiene testo, Carattere, logo, Elementi grafici&#10;&#10;Descrizione generata automaticamente">
            <a:extLst>
              <a:ext uri="{FF2B5EF4-FFF2-40B4-BE49-F238E27FC236}">
                <a16:creationId xmlns:a16="http://schemas.microsoft.com/office/drawing/2014/main" id="{DB07449A-044C-B988-EF20-1D2026A789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77401" y="4536204"/>
            <a:ext cx="787516" cy="559136"/>
          </a:xfrm>
          <a:prstGeom prst="rect">
            <a:avLst/>
          </a:prstGeom>
        </p:spPr>
      </p:pic>
      <p:pic>
        <p:nvPicPr>
          <p:cNvPr id="4" name="Immagine 3" descr="Immagine che contiene Elementi grafici, Carattere, logo, schermata&#10;&#10;Il contenuto generato dall'IA potrebbe non essere corretto.">
            <a:extLst>
              <a:ext uri="{FF2B5EF4-FFF2-40B4-BE49-F238E27FC236}">
                <a16:creationId xmlns:a16="http://schemas.microsoft.com/office/drawing/2014/main" id="{BFFDCAD4-8C35-AAC8-45C5-C3071498AC1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729328" y="4642504"/>
            <a:ext cx="595381" cy="387812"/>
          </a:xfrm>
          <a:prstGeom prst="rect">
            <a:avLst/>
          </a:prstGeom>
        </p:spPr>
      </p:pic>
      <p:sp>
        <p:nvSpPr>
          <p:cNvPr id="5" name="Rectangle 9">
            <a:extLst>
              <a:ext uri="{FF2B5EF4-FFF2-40B4-BE49-F238E27FC236}">
                <a16:creationId xmlns:a16="http://schemas.microsoft.com/office/drawing/2014/main" id="{9A5B062F-1C75-F8E3-CFE1-54ED329F6B90}"/>
              </a:ext>
            </a:extLst>
          </p:cNvPr>
          <p:cNvSpPr/>
          <p:nvPr userDrawn="1"/>
        </p:nvSpPr>
        <p:spPr>
          <a:xfrm>
            <a:off x="-13716" y="5013654"/>
            <a:ext cx="1628817" cy="111349"/>
          </a:xfrm>
          <a:prstGeom prst="rect">
            <a:avLst/>
          </a:prstGeom>
          <a:solidFill>
            <a:srgbClr val="2E3B8C"/>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6" name="Rectangle 9">
            <a:extLst>
              <a:ext uri="{FF2B5EF4-FFF2-40B4-BE49-F238E27FC236}">
                <a16:creationId xmlns:a16="http://schemas.microsoft.com/office/drawing/2014/main" id="{7BC453F1-7474-F772-0F65-1D059F9F2835}"/>
              </a:ext>
            </a:extLst>
          </p:cNvPr>
          <p:cNvSpPr/>
          <p:nvPr userDrawn="1"/>
        </p:nvSpPr>
        <p:spPr>
          <a:xfrm>
            <a:off x="-13716" y="4548946"/>
            <a:ext cx="1628817" cy="111349"/>
          </a:xfrm>
          <a:prstGeom prst="rect">
            <a:avLst/>
          </a:prstGeom>
          <a:solidFill>
            <a:srgbClr val="2E3B8C"/>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8" name="Rectangle 9">
            <a:extLst>
              <a:ext uri="{FF2B5EF4-FFF2-40B4-BE49-F238E27FC236}">
                <a16:creationId xmlns:a16="http://schemas.microsoft.com/office/drawing/2014/main" id="{CCC5349A-DD40-5D6D-EFAD-89C4CA938BFE}"/>
              </a:ext>
            </a:extLst>
          </p:cNvPr>
          <p:cNvSpPr/>
          <p:nvPr userDrawn="1"/>
        </p:nvSpPr>
        <p:spPr>
          <a:xfrm>
            <a:off x="3208131" y="4526584"/>
            <a:ext cx="5935869" cy="115920"/>
          </a:xfrm>
          <a:prstGeom prst="rect">
            <a:avLst/>
          </a:prstGeom>
          <a:solidFill>
            <a:srgbClr val="2E3B8C"/>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13" name="Rectangle 9">
            <a:extLst>
              <a:ext uri="{FF2B5EF4-FFF2-40B4-BE49-F238E27FC236}">
                <a16:creationId xmlns:a16="http://schemas.microsoft.com/office/drawing/2014/main" id="{63392154-95DD-157D-A1E7-191B2F566C7C}"/>
              </a:ext>
            </a:extLst>
          </p:cNvPr>
          <p:cNvSpPr/>
          <p:nvPr userDrawn="1"/>
        </p:nvSpPr>
        <p:spPr>
          <a:xfrm>
            <a:off x="3205989" y="4979419"/>
            <a:ext cx="5935869" cy="115920"/>
          </a:xfrm>
          <a:prstGeom prst="rect">
            <a:avLst/>
          </a:prstGeom>
          <a:solidFill>
            <a:srgbClr val="2E3B8C"/>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ayout personalizzato">
    <p:spTree>
      <p:nvGrpSpPr>
        <p:cNvPr id="1" name=""/>
        <p:cNvGrpSpPr/>
        <p:nvPr/>
      </p:nvGrpSpPr>
      <p:grpSpPr>
        <a:xfrm>
          <a:off x="0" y="0"/>
          <a:ext cx="0" cy="0"/>
          <a:chOff x="0" y="0"/>
          <a:chExt cx="0" cy="0"/>
        </a:xfrm>
      </p:grpSpPr>
      <p:sp>
        <p:nvSpPr>
          <p:cNvPr id="2" name="Rectangle 1"/>
          <p:cNvSpPr>
            <a:spLocks noGrp="1"/>
          </p:cNvSpPr>
          <p:nvPr>
            <p:ph type="title"/>
          </p:nvPr>
        </p:nvSpPr>
        <p:spPr>
          <a:xfrm>
            <a:off x="539552" y="118110"/>
            <a:ext cx="7272808" cy="581432"/>
          </a:xfrm>
        </p:spPr>
        <p:txBody>
          <a:bodyPr vert="horz" anchor="b">
            <a:normAutofit/>
          </a:bodyPr>
          <a:lstStyle>
            <a:lvl1pPr>
              <a:defRPr/>
            </a:lvl1pPr>
          </a:lstStyle>
          <a:p>
            <a:pPr lvl="0"/>
            <a:r>
              <a:rPr lang="it-IT" dirty="0"/>
              <a:t>Fare clic per modificare lo stile del titolo</a:t>
            </a:r>
            <a:endParaRPr dirty="0"/>
          </a:p>
        </p:txBody>
      </p:sp>
      <p:sp>
        <p:nvSpPr>
          <p:cNvPr id="7" name="Rectangle 6"/>
          <p:cNvSpPr>
            <a:spLocks noGrp="1"/>
          </p:cNvSpPr>
          <p:nvPr>
            <p:ph sz="quarter" idx="13" hasCustomPrompt="1"/>
          </p:nvPr>
        </p:nvSpPr>
        <p:spPr>
          <a:xfrm>
            <a:off x="609600" y="1352550"/>
            <a:ext cx="8153400" cy="3451448"/>
          </a:xfrm>
        </p:spPr>
        <p:txBody>
          <a:bodyPr>
            <a:normAutofit/>
          </a:bodyPr>
          <a:lstStyle>
            <a:lvl1pPr marL="320040" indent="-320040">
              <a:buFont typeface="Wingdings" panose="05000000000000000000" pitchFamily="2" charset="2"/>
              <a:buChar char=""/>
              <a:defRPr sz="1800"/>
            </a:lvl1pPr>
            <a:lvl2pPr>
              <a:buClr>
                <a:srgbClr val="FF0000"/>
              </a:buClr>
              <a:defRPr sz="1800"/>
            </a:lvl2pPr>
            <a:lvl3pPr>
              <a:defRPr sz="1800"/>
            </a:lvl3pPr>
            <a:lvl4pPr>
              <a:defRPr sz="1800"/>
            </a:lvl4pPr>
            <a:lvl5pPr>
              <a:buClr>
                <a:schemeClr val="accent3"/>
              </a:buClr>
              <a:defRPr sz="1800"/>
            </a:lvl5pPr>
            <a:extLst/>
          </a:lstStyle>
          <a:p>
            <a:pPr lvl="0"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Intestazione sezione">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5616" y="1748879"/>
            <a:ext cx="7379097" cy="1254919"/>
          </a:xfrm>
        </p:spPr>
        <p:txBody>
          <a:bodyPr anchor="t">
            <a:normAutofit/>
          </a:bodyPr>
          <a:lstStyle>
            <a:lvl1pPr eaLnBrk="1" latinLnBrk="0" hangingPunct="1">
              <a:buNone/>
              <a:defRPr kumimoji="0" lang="it-IT" sz="2000">
                <a:solidFill>
                  <a:schemeClr val="tx2"/>
                </a:solidFill>
              </a:defRPr>
            </a:lvl1pPr>
            <a:lvl2pPr eaLnBrk="1" latinLnBrk="0" hangingPunct="1">
              <a:buNone/>
              <a:defRPr kumimoji="0" lang="it-IT" sz="1800">
                <a:solidFill>
                  <a:schemeClr val="tx1">
                    <a:tint val="75000"/>
                  </a:schemeClr>
                </a:solidFill>
              </a:defRPr>
            </a:lvl2pPr>
            <a:lvl3pPr eaLnBrk="1" latinLnBrk="0" hangingPunct="1">
              <a:buNone/>
              <a:defRPr kumimoji="0" lang="it-IT" sz="1600">
                <a:solidFill>
                  <a:schemeClr val="tx1">
                    <a:tint val="75000"/>
                  </a:schemeClr>
                </a:solidFill>
              </a:defRPr>
            </a:lvl3pPr>
            <a:lvl4pPr eaLnBrk="1" latinLnBrk="0" hangingPunct="1">
              <a:buNone/>
              <a:defRPr kumimoji="0" lang="it-IT" sz="1400">
                <a:solidFill>
                  <a:schemeClr val="tx1">
                    <a:tint val="75000"/>
                  </a:schemeClr>
                </a:solidFill>
              </a:defRPr>
            </a:lvl4pPr>
            <a:lvl5pPr eaLnBrk="1" latinLnBrk="0" hangingPunct="1">
              <a:buNone/>
              <a:defRPr kumimoji="0" lang="it-IT" sz="1400">
                <a:solidFill>
                  <a:schemeClr val="tx1">
                    <a:tint val="75000"/>
                  </a:schemeClr>
                </a:solidFill>
              </a:defRPr>
            </a:lvl5pPr>
            <a:extLst/>
          </a:lstStyle>
          <a:p>
            <a:pPr lvl="0" eaLnBrk="1" latinLnBrk="0" hangingPunct="1"/>
            <a:r>
              <a:rPr lang="it-IT" dirty="0"/>
              <a:t>Fare clic per modificare stili del testo dello schema</a:t>
            </a:r>
          </a:p>
        </p:txBody>
      </p:sp>
      <p:sp>
        <p:nvSpPr>
          <p:cNvPr id="7" name="Rectangle 6"/>
          <p:cNvSpPr/>
          <p:nvPr/>
        </p:nvSpPr>
        <p:spPr>
          <a:xfrm>
            <a:off x="0" y="834479"/>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9" name="Rectangle 8"/>
          <p:cNvSpPr/>
          <p:nvPr/>
        </p:nvSpPr>
        <p:spPr>
          <a:xfrm>
            <a:off x="611560" y="891629"/>
            <a:ext cx="8532440" cy="742950"/>
          </a:xfrm>
          <a:prstGeom prst="rect">
            <a:avLst/>
          </a:prstGeom>
          <a:solidFill>
            <a:srgbClr val="03AA05"/>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2" name="Title 1"/>
          <p:cNvSpPr>
            <a:spLocks noGrp="1"/>
          </p:cNvSpPr>
          <p:nvPr>
            <p:ph type="title" hasCustomPrompt="1"/>
          </p:nvPr>
        </p:nvSpPr>
        <p:spPr>
          <a:xfrm>
            <a:off x="611560" y="891629"/>
            <a:ext cx="8380040" cy="742950"/>
          </a:xfrm>
        </p:spPr>
        <p:txBody>
          <a:bodyPr/>
          <a:lstStyle>
            <a:lvl1pPr algn="l" eaLnBrk="1" latinLnBrk="0" hangingPunct="1">
              <a:buNone/>
              <a:defRPr kumimoji="0" lang="it-IT" sz="2800" b="0" cap="none">
                <a:solidFill>
                  <a:srgbClr val="FFFFFF"/>
                </a:solidFill>
              </a:defRPr>
            </a:lvl1pPr>
            <a:extLst/>
          </a:lstStyle>
          <a:p>
            <a:r>
              <a:rPr kumimoji="0" lang="it-IT" dirty="0"/>
              <a:t>Fare clic per modificare lo stile del titolo</a:t>
            </a:r>
          </a:p>
        </p:txBody>
      </p:sp>
      <p:pic>
        <p:nvPicPr>
          <p:cNvPr id="5" name="Immagine 4" descr="Immagine che contiene testo, Carattere, logo, Elementi grafici&#10;&#10;Descrizione generata automaticamente">
            <a:extLst>
              <a:ext uri="{FF2B5EF4-FFF2-40B4-BE49-F238E27FC236}">
                <a16:creationId xmlns:a16="http://schemas.microsoft.com/office/drawing/2014/main" id="{D5D2377F-9CDC-5F0C-CDEB-8D9D84C598F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79662"/>
            <a:ext cx="900138" cy="636606"/>
          </a:xfrm>
          <a:prstGeom prst="rect">
            <a:avLst/>
          </a:prstGeom>
        </p:spPr>
      </p:pic>
      <p:sp>
        <p:nvSpPr>
          <p:cNvPr id="6" name="Rectangle 7">
            <a:extLst>
              <a:ext uri="{FF2B5EF4-FFF2-40B4-BE49-F238E27FC236}">
                <a16:creationId xmlns:a16="http://schemas.microsoft.com/office/drawing/2014/main" id="{B3EC6C81-81C3-C149-44B0-0212DB0BB744}"/>
              </a:ext>
            </a:extLst>
          </p:cNvPr>
          <p:cNvSpPr/>
          <p:nvPr userDrawn="1"/>
        </p:nvSpPr>
        <p:spPr>
          <a:xfrm>
            <a:off x="0" y="888132"/>
            <a:ext cx="539552" cy="742949"/>
          </a:xfrm>
          <a:prstGeom prst="rect">
            <a:avLst/>
          </a:prstGeom>
          <a:solidFill>
            <a:srgbClr val="FF0000"/>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latinLnBrk="0" hangingPunct="1"/>
            <a:r>
              <a:rPr lang="it-IT"/>
              <a:t>Fare clic per modificare lo stile del titolo</a:t>
            </a:r>
            <a:endParaRPr/>
          </a:p>
        </p:txBody>
      </p:sp>
      <p:sp>
        <p:nvSpPr>
          <p:cNvPr id="9" name="Content Placeholder 8"/>
          <p:cNvSpPr>
            <a:spLocks noGrp="1"/>
          </p:cNvSpPr>
          <p:nvPr>
            <p:ph sz="quarter" idx="13"/>
          </p:nvPr>
        </p:nvSpPr>
        <p:spPr>
          <a:xfrm>
            <a:off x="609600" y="1352551"/>
            <a:ext cx="3886200" cy="3268624"/>
          </a:xfrm>
        </p:spPr>
        <p:txBody>
          <a:bodyPr>
            <a:normAutofit/>
          </a:bodyPr>
          <a:lstStyle>
            <a:lvl1pPr>
              <a:defRPr sz="1800"/>
            </a:lvl1pPr>
            <a:lvl2pPr>
              <a:defRPr sz="1800"/>
            </a:lvl2pPr>
            <a:lvl3pPr>
              <a:defRPr sz="1800"/>
            </a:lvl3pPr>
            <a:lvl4pPr>
              <a:defRPr sz="1800"/>
            </a:lvl4pPr>
            <a:lvl5pPr>
              <a:defRPr sz="18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dirty="0"/>
          </a:p>
        </p:txBody>
      </p:sp>
      <p:sp>
        <p:nvSpPr>
          <p:cNvPr id="11" name="Content Placeholder 10"/>
          <p:cNvSpPr>
            <a:spLocks noGrp="1"/>
          </p:cNvSpPr>
          <p:nvPr>
            <p:ph sz="quarter" idx="14"/>
          </p:nvPr>
        </p:nvSpPr>
        <p:spPr>
          <a:xfrm>
            <a:off x="4844901" y="1352549"/>
            <a:ext cx="3886200" cy="3268625"/>
          </a:xfrm>
        </p:spPr>
        <p:txBody>
          <a:bodyPr>
            <a:normAutofit/>
          </a:bodyPr>
          <a:lstStyle>
            <a:lvl1pPr>
              <a:defRPr sz="1800"/>
            </a:lvl1pPr>
            <a:lvl2pPr>
              <a:defRPr sz="1800"/>
            </a:lvl2pPr>
            <a:lvl3pPr>
              <a:defRPr sz="1800"/>
            </a:lvl3pPr>
            <a:lvl4pPr>
              <a:defRPr sz="1800"/>
            </a:lvl4pPr>
            <a:lvl5pPr>
              <a:defRPr sz="18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dirty="0"/>
          </a:p>
        </p:txBody>
      </p:sp>
      <p:sp>
        <p:nvSpPr>
          <p:cNvPr id="8" name="Date Placeholder 7"/>
          <p:cNvSpPr>
            <a:spLocks noGrp="1"/>
          </p:cNvSpPr>
          <p:nvPr>
            <p:ph type="dt" sz="half" idx="15"/>
          </p:nvPr>
        </p:nvSpPr>
        <p:spPr/>
        <p:txBody>
          <a:bodyPr rtlCol="0"/>
          <a:lstStyle/>
          <a:p>
            <a:fld id="{E4606EA6-EFEA-4C30-9264-4F9291A5780D}" type="datetime1">
              <a:rPr lang="it-IT"/>
              <a:pPr/>
              <a:t>29/11/2025</a:t>
            </a:fld>
            <a:endParaRPr kumimoji="0" lang="it-IT"/>
          </a:p>
        </p:txBody>
      </p:sp>
      <p:sp>
        <p:nvSpPr>
          <p:cNvPr id="12" name="Footer Placeholder 11"/>
          <p:cNvSpPr>
            <a:spLocks noGrp="1"/>
          </p:cNvSpPr>
          <p:nvPr>
            <p:ph type="ftr" sz="quarter" idx="17"/>
          </p:nvPr>
        </p:nvSpPr>
        <p:spPr/>
        <p:txBody>
          <a:bodyPr rtlCol="0"/>
          <a:lstStyle/>
          <a:p>
            <a:endParaRPr kumimoji="0"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581432"/>
          </a:xfrm>
        </p:spPr>
        <p:txBody>
          <a:bodyPr anchor="b"/>
          <a:lstStyle>
            <a:lvl1pPr eaLnBrk="1" latinLnBrk="0" hangingPunct="1">
              <a:defRPr kumimoji="0" lang="it-IT"/>
            </a:lvl1pPr>
            <a:extLst/>
          </a:lstStyle>
          <a:p>
            <a:pPr eaLnBrk="1" latinLnBrk="0" hangingPunct="1"/>
            <a:r>
              <a:rPr lang="it-IT"/>
              <a:t>Fare clic per modificare lo stile del titolo</a:t>
            </a:r>
            <a:endParaRPr/>
          </a:p>
        </p:txBody>
      </p:sp>
      <p:sp>
        <p:nvSpPr>
          <p:cNvPr id="11" name="Content Placeholder 10"/>
          <p:cNvSpPr>
            <a:spLocks noGrp="1"/>
          </p:cNvSpPr>
          <p:nvPr>
            <p:ph sz="quarter" idx="13"/>
          </p:nvPr>
        </p:nvSpPr>
        <p:spPr>
          <a:xfrm>
            <a:off x="609600" y="1919818"/>
            <a:ext cx="3886200" cy="2628900"/>
          </a:xfrm>
        </p:spPr>
        <p:txBody>
          <a:bodyPr/>
          <a:lstStyle>
            <a:lvl1pPr>
              <a:defRPr sz="1800"/>
            </a:lvl1pPr>
            <a:lvl2pPr>
              <a:defRPr sz="1800"/>
            </a:lvl2pPr>
            <a:lvl3pPr>
              <a:defRPr sz="1800"/>
            </a:lvl3pPr>
            <a:lvl4pPr>
              <a:defRPr sz="1800"/>
            </a:lvl4pPr>
            <a:lvl5pPr>
              <a:defRPr sz="18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dirty="0"/>
          </a:p>
        </p:txBody>
      </p:sp>
      <p:sp>
        <p:nvSpPr>
          <p:cNvPr id="13" name="Content Placeholder 12"/>
          <p:cNvSpPr>
            <a:spLocks noGrp="1"/>
          </p:cNvSpPr>
          <p:nvPr>
            <p:ph sz="quarter" idx="14"/>
          </p:nvPr>
        </p:nvSpPr>
        <p:spPr>
          <a:xfrm>
            <a:off x="4800600" y="1919818"/>
            <a:ext cx="3886200" cy="2628900"/>
          </a:xfrm>
        </p:spPr>
        <p:txBody>
          <a:bodyPr/>
          <a:lstStyle>
            <a:lvl1pPr>
              <a:defRPr sz="1800"/>
            </a:lvl1pPr>
            <a:lvl2pPr>
              <a:defRPr sz="1800"/>
            </a:lvl2pPr>
            <a:lvl3pPr>
              <a:defRPr sz="1800"/>
            </a:lvl3pPr>
            <a:lvl4pPr>
              <a:defRPr sz="1800"/>
            </a:lvl4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dirty="0"/>
          </a:p>
        </p:txBody>
      </p:sp>
      <p:sp>
        <p:nvSpPr>
          <p:cNvPr id="10" name="Date Placeholder 9"/>
          <p:cNvSpPr>
            <a:spLocks noGrp="1"/>
          </p:cNvSpPr>
          <p:nvPr>
            <p:ph type="dt" sz="half" idx="15"/>
          </p:nvPr>
        </p:nvSpPr>
        <p:spPr/>
        <p:txBody>
          <a:bodyPr rtlCol="0"/>
          <a:lstStyle/>
          <a:p>
            <a:fld id="{E4606EA6-EFEA-4C30-9264-4F9291A5780D}" type="datetime1">
              <a:rPr lang="it-IT"/>
              <a:pPr/>
              <a:t>29/11/2025</a:t>
            </a:fld>
            <a:endParaRPr kumimoji="0" lang="it-IT"/>
          </a:p>
        </p:txBody>
      </p:sp>
      <p:sp>
        <p:nvSpPr>
          <p:cNvPr id="14" name="Footer Placeholder 13"/>
          <p:cNvSpPr>
            <a:spLocks noGrp="1"/>
          </p:cNvSpPr>
          <p:nvPr>
            <p:ph type="ftr" sz="quarter" idx="17"/>
          </p:nvPr>
        </p:nvSpPr>
        <p:spPr/>
        <p:txBody>
          <a:bodyPr rtlCol="0"/>
          <a:lstStyle/>
          <a:p>
            <a:endParaRPr kumimoji="0" lang="it-IT"/>
          </a:p>
        </p:txBody>
      </p:sp>
      <p:sp>
        <p:nvSpPr>
          <p:cNvPr id="16" name="Text Placeholder 15"/>
          <p:cNvSpPr>
            <a:spLocks noGrp="1"/>
          </p:cNvSpPr>
          <p:nvPr>
            <p:ph type="body" sz="quarter" idx="18"/>
          </p:nvPr>
        </p:nvSpPr>
        <p:spPr>
          <a:xfrm>
            <a:off x="609600" y="1362287"/>
            <a:ext cx="3886200" cy="530352"/>
          </a:xfrm>
          <a:solidFill>
            <a:srgbClr val="FF0000"/>
          </a:solidFill>
        </p:spPr>
        <p:txBody>
          <a:bodyPr rtlCol="0" anchor="ctr"/>
          <a:lstStyle>
            <a:lvl1pPr eaLnBrk="1" latinLnBrk="0" hangingPunct="1">
              <a:buFontTx/>
              <a:buNone/>
              <a:defRPr kumimoji="0" lang="it-IT" sz="2000" b="1">
                <a:solidFill>
                  <a:srgbClr val="FFFFFF"/>
                </a:solidFill>
              </a:defRPr>
            </a:lvl1pPr>
            <a:extLst/>
          </a:lstStyle>
          <a:p>
            <a:pPr lvl="0" eaLnBrk="1" latinLnBrk="0" hangingPunct="1"/>
            <a:r>
              <a:rPr lang="it-IT" dirty="0"/>
              <a:t>Fare clic per modificare stili del testo dello schema</a:t>
            </a:r>
          </a:p>
        </p:txBody>
      </p:sp>
      <p:sp>
        <p:nvSpPr>
          <p:cNvPr id="15" name="Text Placeholder 14"/>
          <p:cNvSpPr>
            <a:spLocks noGrp="1"/>
          </p:cNvSpPr>
          <p:nvPr>
            <p:ph type="body" sz="quarter" idx="19"/>
          </p:nvPr>
        </p:nvSpPr>
        <p:spPr>
          <a:xfrm>
            <a:off x="4800600" y="1393326"/>
            <a:ext cx="3886200" cy="530352"/>
          </a:xfrm>
          <a:solidFill>
            <a:srgbClr val="4B67A2"/>
          </a:solidFill>
        </p:spPr>
        <p:txBody>
          <a:bodyPr rtlCol="0" anchor="ctr"/>
          <a:lstStyle>
            <a:lvl1pPr eaLnBrk="1" latinLnBrk="0" hangingPunct="1">
              <a:buFontTx/>
              <a:buNone/>
              <a:defRPr kumimoji="0" lang="it-IT" sz="2000" b="1">
                <a:solidFill>
                  <a:srgbClr val="FFFFFF"/>
                </a:solidFill>
              </a:defRPr>
            </a:lvl1pPr>
            <a:extLst/>
          </a:lstStyle>
          <a:p>
            <a:pPr lvl="0" eaLnBrk="1" latinLnBrk="0" hangingPunct="1"/>
            <a:r>
              <a:rPr lang="it-IT"/>
              <a:t>Fare clic per modificare stili del testo dello schema</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latinLnBrk="0" hangingPunct="1"/>
            <a:r>
              <a:rPr lang="it-IT"/>
              <a:t>Fare clic per modificare lo stile del titolo</a:t>
            </a:r>
            <a:endParaRPr/>
          </a:p>
        </p:txBody>
      </p:sp>
      <p:sp>
        <p:nvSpPr>
          <p:cNvPr id="3" name="Date Placeholder 2"/>
          <p:cNvSpPr>
            <a:spLocks noGrp="1"/>
          </p:cNvSpPr>
          <p:nvPr>
            <p:ph type="dt" sz="half" idx="10"/>
          </p:nvPr>
        </p:nvSpPr>
        <p:spPr/>
        <p:txBody>
          <a:bodyPr/>
          <a:lstStyle/>
          <a:p>
            <a:fld id="{6DFADB5D-B7A0-47E3-AD2D-B1A6F8614213}" type="datetime1">
              <a:rPr lang="it-IT"/>
              <a:pPr/>
              <a:t>29/11/2025</a:t>
            </a:fld>
            <a:endParaRPr kumimoji="0" lang="it-IT"/>
          </a:p>
        </p:txBody>
      </p:sp>
      <p:sp>
        <p:nvSpPr>
          <p:cNvPr id="4" name="Footer Placeholder 3"/>
          <p:cNvSpPr>
            <a:spLocks noGrp="1"/>
          </p:cNvSpPr>
          <p:nvPr>
            <p:ph type="ftr" sz="quarter" idx="11"/>
          </p:nvPr>
        </p:nvSpPr>
        <p:spPr/>
        <p:txBody>
          <a:bodyPr/>
          <a:lstStyle/>
          <a:p>
            <a:endParaRPr kumimoji="0"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7202760" cy="581432"/>
          </a:xfrm>
        </p:spPr>
        <p:txBody>
          <a:bodyPr anchor="b">
            <a:normAutofit/>
          </a:bodyPr>
          <a:lstStyle>
            <a:lvl1pPr algn="l" eaLnBrk="1" latinLnBrk="0" hangingPunct="1">
              <a:buNone/>
              <a:defRPr kumimoji="0" lang="it-IT" sz="2800" b="0"/>
            </a:lvl1pPr>
            <a:extLst/>
          </a:lstStyle>
          <a:p>
            <a:pPr eaLnBrk="1" latinLnBrk="0" hangingPunct="1"/>
            <a:r>
              <a:rPr lang="it-IT" dirty="0"/>
              <a:t>Fare clic per modificare lo stile del titolo</a:t>
            </a:r>
            <a:endParaRPr dirty="0"/>
          </a:p>
        </p:txBody>
      </p:sp>
      <p:sp>
        <p:nvSpPr>
          <p:cNvPr id="5" name="Date Placeholder 4"/>
          <p:cNvSpPr>
            <a:spLocks noGrp="1"/>
          </p:cNvSpPr>
          <p:nvPr>
            <p:ph type="dt" sz="half" idx="10"/>
          </p:nvPr>
        </p:nvSpPr>
        <p:spPr/>
        <p:txBody>
          <a:bodyPr/>
          <a:lstStyle/>
          <a:p>
            <a:fld id="{F49A8198-4617-485E-9585-4840B69DBBA6}" type="datetime1">
              <a:rPr lang="it-IT"/>
              <a:pPr/>
              <a:t>29/11/2025</a:t>
            </a:fld>
            <a:endParaRPr kumimoji="0" lang="it-IT"/>
          </a:p>
        </p:txBody>
      </p:sp>
      <p:sp>
        <p:nvSpPr>
          <p:cNvPr id="6" name="Footer Placeholder 5"/>
          <p:cNvSpPr>
            <a:spLocks noGrp="1"/>
          </p:cNvSpPr>
          <p:nvPr>
            <p:ph type="ftr" sz="quarter" idx="11"/>
          </p:nvPr>
        </p:nvSpPr>
        <p:spPr/>
        <p:txBody>
          <a:bodyPr/>
          <a:lstStyle/>
          <a:p>
            <a:endParaRPr kumimoji="0" lang="it-IT"/>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eaLnBrk="1" latinLnBrk="0" hangingPunct="1">
              <a:spcAft>
                <a:spcPts val="1000"/>
              </a:spcAft>
              <a:buNone/>
              <a:defRPr kumimoji="0" lang="it-IT" sz="1800"/>
            </a:lvl1pPr>
            <a:lvl2pPr eaLnBrk="1" latinLnBrk="0" hangingPunct="1">
              <a:buNone/>
              <a:defRPr kumimoji="0" lang="it-IT" sz="1200"/>
            </a:lvl2pPr>
            <a:lvl3pPr eaLnBrk="1" latinLnBrk="0" hangingPunct="1">
              <a:buNone/>
              <a:defRPr kumimoji="0" lang="it-IT" sz="1000"/>
            </a:lvl3pPr>
            <a:lvl4pPr eaLnBrk="1" latinLnBrk="0" hangingPunct="1">
              <a:buNone/>
              <a:defRPr kumimoji="0" lang="it-IT" sz="900"/>
            </a:lvl4pPr>
            <a:lvl5pPr eaLnBrk="1" latinLnBrk="0" hangingPunct="1">
              <a:buNone/>
              <a:defRPr kumimoji="0" lang="it-IT" sz="900"/>
            </a:lvl5pPr>
            <a:extLst/>
          </a:lstStyle>
          <a:p>
            <a:pPr lvl="0" eaLnBrk="1" latinLnBrk="0" hangingPunct="1"/>
            <a:r>
              <a:rPr lang="it-IT"/>
              <a:t>Fare clic per modificare stili del testo dello schema</a:t>
            </a:r>
          </a:p>
        </p:txBody>
      </p:sp>
      <p:sp>
        <p:nvSpPr>
          <p:cNvPr id="9" name="Content Placeholder 8"/>
          <p:cNvSpPr>
            <a:spLocks noGrp="1"/>
          </p:cNvSpPr>
          <p:nvPr>
            <p:ph sz="quarter" idx="13"/>
          </p:nvPr>
        </p:nvSpPr>
        <p:spPr>
          <a:xfrm>
            <a:off x="2362200" y="1428750"/>
            <a:ext cx="6400800" cy="3200400"/>
          </a:xfrm>
        </p:spPr>
        <p:txBody>
          <a:bodyPr/>
          <a:lstStyle>
            <a:lvl1pPr>
              <a:defRPr sz="1800"/>
            </a:lvl1pPr>
            <a:lvl2pPr>
              <a:buClr>
                <a:srgbClr val="4865A0"/>
              </a:buClr>
              <a:defRPr sz="1800"/>
            </a:lvl2pPr>
            <a:lvl3pPr>
              <a:defRPr sz="1800"/>
            </a:lvl3pPr>
            <a:lvl4pPr>
              <a:defRPr sz="1800"/>
            </a:lvl4pPr>
            <a:lvl5pPr>
              <a:defRPr sz="18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Immagine con didascalia">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eaLnBrk="1" latinLnBrk="0" hangingPunct="1">
              <a:buNone/>
              <a:defRPr kumimoji="0" lang="it-IT" sz="3200"/>
            </a:lvl1pPr>
            <a:extLst/>
          </a:lstStyle>
          <a:p>
            <a:r>
              <a:rPr kumimoji="0" lang="it-IT" dirty="0"/>
              <a:t>Fare clic sull'icona per inserire un'immagine</a:t>
            </a:r>
          </a:p>
        </p:txBody>
      </p:sp>
      <p:sp>
        <p:nvSpPr>
          <p:cNvPr id="4" name="Text Placeholder 3"/>
          <p:cNvSpPr>
            <a:spLocks noGrp="1"/>
          </p:cNvSpPr>
          <p:nvPr>
            <p:ph type="body" sz="half" idx="2"/>
          </p:nvPr>
        </p:nvSpPr>
        <p:spPr>
          <a:xfrm>
            <a:off x="1600200" y="4114800"/>
            <a:ext cx="7315200" cy="514350"/>
          </a:xfrm>
        </p:spPr>
        <p:txBody>
          <a:bodyPr/>
          <a:lstStyle>
            <a:lvl1pPr marL="0" indent="0" eaLnBrk="1" latinLnBrk="0" hangingPunct="1">
              <a:buFontTx/>
              <a:buNone/>
              <a:defRPr kumimoji="0" lang="it-IT" sz="1700"/>
            </a:lvl1pPr>
            <a:lvl2pPr eaLnBrk="1" latinLnBrk="0" hangingPunct="1">
              <a:buFontTx/>
              <a:buNone/>
              <a:defRPr kumimoji="0" lang="it-IT" sz="1200"/>
            </a:lvl2pPr>
            <a:lvl3pPr eaLnBrk="1" latinLnBrk="0" hangingPunct="1">
              <a:buFontTx/>
              <a:buNone/>
              <a:defRPr kumimoji="0" lang="it-IT" sz="1000"/>
            </a:lvl3pPr>
            <a:lvl4pPr eaLnBrk="1" latinLnBrk="0" hangingPunct="1">
              <a:buFontTx/>
              <a:buNone/>
              <a:defRPr kumimoji="0" lang="it-IT" sz="900"/>
            </a:lvl4pPr>
            <a:lvl5pPr eaLnBrk="1" latinLnBrk="0" hangingPunct="1">
              <a:buFontTx/>
              <a:buNone/>
              <a:defRPr kumimoji="0" lang="it-IT" sz="900"/>
            </a:lvl5pPr>
            <a:extLst/>
          </a:lstStyle>
          <a:p>
            <a:pPr lvl="0" eaLnBrk="1" latinLnBrk="0" hangingPunct="1"/>
            <a:r>
              <a:rPr lang="it-IT"/>
              <a:t>Fare clic per modificare stili del testo dello schema</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9" name="Rectangle 8"/>
          <p:cNvSpPr/>
          <p:nvPr/>
        </p:nvSpPr>
        <p:spPr>
          <a:xfrm>
            <a:off x="-9144" y="3507854"/>
            <a:ext cx="1463040" cy="534924"/>
          </a:xfrm>
          <a:prstGeom prst="rect">
            <a:avLst/>
          </a:prstGeom>
          <a:solidFill>
            <a:srgbClr val="FF0000"/>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10" name="Rectangle 9"/>
          <p:cNvSpPr/>
          <p:nvPr/>
        </p:nvSpPr>
        <p:spPr>
          <a:xfrm>
            <a:off x="1545336" y="3490722"/>
            <a:ext cx="7589520" cy="534924"/>
          </a:xfrm>
          <a:prstGeom prst="rect">
            <a:avLst/>
          </a:prstGeom>
          <a:solidFill>
            <a:srgbClr val="4B67A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2" name="Title 1"/>
          <p:cNvSpPr>
            <a:spLocks noGrp="1"/>
          </p:cNvSpPr>
          <p:nvPr>
            <p:ph type="title"/>
          </p:nvPr>
        </p:nvSpPr>
        <p:spPr>
          <a:xfrm>
            <a:off x="1600200" y="3543300"/>
            <a:ext cx="7315200" cy="457200"/>
          </a:xfrm>
        </p:spPr>
        <p:txBody>
          <a:bodyPr anchor="ctr"/>
          <a:lstStyle>
            <a:lvl1pPr algn="l" eaLnBrk="1" latinLnBrk="0" hangingPunct="1">
              <a:buNone/>
              <a:defRPr kumimoji="0" lang="it-IT" sz="2800" b="0">
                <a:solidFill>
                  <a:srgbClr val="FFFFFF"/>
                </a:solidFill>
              </a:defRPr>
            </a:lvl1pPr>
            <a:extLst/>
          </a:lstStyle>
          <a:p>
            <a:pPr eaLnBrk="1" latinLnBrk="0" hangingPunct="1"/>
            <a:r>
              <a:rPr lang="it-IT"/>
              <a:t>Fare clic per modificare lo stile del titolo</a:t>
            </a:r>
            <a:endParaRPr/>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12" name="Date Placeholder 11"/>
          <p:cNvSpPr>
            <a:spLocks noGrp="1"/>
          </p:cNvSpPr>
          <p:nvPr>
            <p:ph type="dt" sz="half" idx="10"/>
          </p:nvPr>
        </p:nvSpPr>
        <p:spPr>
          <a:xfrm>
            <a:off x="6248400" y="4686300"/>
            <a:ext cx="2667000" cy="273844"/>
          </a:xfrm>
        </p:spPr>
        <p:txBody>
          <a:bodyPr rtlCol="0"/>
          <a:lstStyle/>
          <a:p>
            <a:fld id="{E4606EA6-EFEA-4C30-9264-4F9291A5780D}" type="datetime1">
              <a:rPr lang="it-IT"/>
              <a:pPr/>
              <a:t>29/11/2025</a:t>
            </a:fld>
            <a:endParaRPr kumimoji="0" lang="it-IT"/>
          </a:p>
        </p:txBody>
      </p:sp>
      <p:sp>
        <p:nvSpPr>
          <p:cNvPr id="13" name="Slide Number Placeholder 12"/>
          <p:cNvSpPr>
            <a:spLocks noGrp="1"/>
          </p:cNvSpPr>
          <p:nvPr>
            <p:ph type="sldNum" sz="quarter" idx="11"/>
          </p:nvPr>
        </p:nvSpPr>
        <p:spPr>
          <a:xfrm>
            <a:off x="0" y="3500437"/>
            <a:ext cx="1447800" cy="497684"/>
          </a:xfrm>
          <a:prstGeom prst="rect">
            <a:avLst/>
          </a:prstGeom>
        </p:spPr>
        <p:txBody>
          <a:bodyPr rtlCol="0"/>
          <a:lstStyle>
            <a:lvl1pPr eaLnBrk="1" latinLnBrk="0" hangingPunct="1">
              <a:defRPr kumimoji="0" lang="it-IT" sz="2800"/>
            </a:lvl1pPr>
            <a:extLst/>
          </a:lstStyle>
          <a:p>
            <a:pPr algn="ctr"/>
            <a:fld id="{8F82E0A0-C266-4798-8C8F-B9F91E9DA37E}" type="slidenum">
              <a:rPr kumimoji="0" lang="it-IT" sz="2800" b="1">
                <a:solidFill>
                  <a:srgbClr val="FFFFFF"/>
                </a:solidFill>
              </a:rPr>
              <a:pPr algn="ctr"/>
              <a:t>‹N›</a:t>
            </a:fld>
            <a:endParaRPr kumimoji="0" lang="it-IT" sz="2800"/>
          </a:p>
        </p:txBody>
      </p:sp>
      <p:sp>
        <p:nvSpPr>
          <p:cNvPr id="14" name="Footer Placeholder 13"/>
          <p:cNvSpPr>
            <a:spLocks noGrp="1"/>
          </p:cNvSpPr>
          <p:nvPr>
            <p:ph type="ftr" sz="quarter" idx="12"/>
          </p:nvPr>
        </p:nvSpPr>
        <p:spPr>
          <a:xfrm>
            <a:off x="1600200" y="4686155"/>
            <a:ext cx="4572000" cy="273844"/>
          </a:xfrm>
        </p:spPr>
        <p:txBody>
          <a:bodyPr rtlCol="0"/>
          <a:lstStyle/>
          <a:p>
            <a:endParaRPr kumimoji="0" lang="it-IT"/>
          </a:p>
        </p:txBody>
      </p:sp>
      <p:pic>
        <p:nvPicPr>
          <p:cNvPr id="15" name="Immagin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300" y="30405"/>
            <a:ext cx="1368152" cy="912101"/>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E7E0B76-244F-D088-3331-AAEC8658F643}"/>
              </a:ext>
            </a:extLst>
          </p:cNvPr>
          <p:cNvSpPr>
            <a:spLocks noGrp="1"/>
          </p:cNvSpPr>
          <p:nvPr>
            <p:ph type="ctrTitle"/>
          </p:nvPr>
        </p:nvSpPr>
        <p:spPr>
          <a:xfrm>
            <a:off x="1143000" y="841375"/>
            <a:ext cx="6858000" cy="17907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689DF722-2BA5-BA28-BC10-76B7A3236428}"/>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E670DDB4-19C0-02EF-0AF3-E82AC4BD400C}"/>
              </a:ext>
            </a:extLst>
          </p:cNvPr>
          <p:cNvSpPr>
            <a:spLocks noGrp="1"/>
          </p:cNvSpPr>
          <p:nvPr>
            <p:ph type="dt" sz="half" idx="10"/>
          </p:nvPr>
        </p:nvSpPr>
        <p:spPr/>
        <p:txBody>
          <a:bodyPr/>
          <a:lstStyle/>
          <a:p>
            <a:fld id="{5BED2B4E-6BD2-45CA-BDD0-9481C6349AF0}" type="datetimeFigureOut">
              <a:rPr lang="it-IT" smtClean="0"/>
              <a:t>29/11/2025</a:t>
            </a:fld>
            <a:endParaRPr lang="it-IT"/>
          </a:p>
        </p:txBody>
      </p:sp>
      <p:sp>
        <p:nvSpPr>
          <p:cNvPr id="5" name="Segnaposto piè di pagina 4">
            <a:extLst>
              <a:ext uri="{FF2B5EF4-FFF2-40B4-BE49-F238E27FC236}">
                <a16:creationId xmlns:a16="http://schemas.microsoft.com/office/drawing/2014/main" id="{F75F6D3B-DB6D-2D21-34E4-5EAB935A0B0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8863B26-FC2B-7A21-3960-52ED0718C162}"/>
              </a:ext>
            </a:extLst>
          </p:cNvPr>
          <p:cNvSpPr>
            <a:spLocks noGrp="1"/>
          </p:cNvSpPr>
          <p:nvPr>
            <p:ph type="sldNum" sz="quarter" idx="12"/>
          </p:nvPr>
        </p:nvSpPr>
        <p:spPr/>
        <p:txBody>
          <a:bodyPr/>
          <a:lstStyle/>
          <a:p>
            <a:fld id="{74D1078D-A107-4030-A9F5-5BBA344EAB83}" type="slidenum">
              <a:rPr lang="it-IT" smtClean="0"/>
              <a:t>‹N›</a:t>
            </a:fld>
            <a:endParaRPr lang="it-IT"/>
          </a:p>
        </p:txBody>
      </p:sp>
    </p:spTree>
    <p:extLst>
      <p:ext uri="{BB962C8B-B14F-4D97-AF65-F5344CB8AC3E}">
        <p14:creationId xmlns:p14="http://schemas.microsoft.com/office/powerpoint/2010/main" val="595327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B04913B-AE3E-24C7-AF42-0F2B01A09710}"/>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5423EC8-7BFB-0EA2-CC39-BD437FE0140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5D20218-CDB3-039B-FD3E-31E2024F9FE1}"/>
              </a:ext>
            </a:extLst>
          </p:cNvPr>
          <p:cNvSpPr>
            <a:spLocks noGrp="1"/>
          </p:cNvSpPr>
          <p:nvPr>
            <p:ph type="dt" sz="half" idx="10"/>
          </p:nvPr>
        </p:nvSpPr>
        <p:spPr/>
        <p:txBody>
          <a:bodyPr/>
          <a:lstStyle/>
          <a:p>
            <a:fld id="{5BED2B4E-6BD2-45CA-BDD0-9481C6349AF0}" type="datetimeFigureOut">
              <a:rPr lang="it-IT" smtClean="0"/>
              <a:t>29/11/2025</a:t>
            </a:fld>
            <a:endParaRPr lang="it-IT"/>
          </a:p>
        </p:txBody>
      </p:sp>
      <p:sp>
        <p:nvSpPr>
          <p:cNvPr id="5" name="Segnaposto piè di pagina 4">
            <a:extLst>
              <a:ext uri="{FF2B5EF4-FFF2-40B4-BE49-F238E27FC236}">
                <a16:creationId xmlns:a16="http://schemas.microsoft.com/office/drawing/2014/main" id="{94829505-4F26-8337-E867-31C2EB8CD37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FC96857-0756-3007-FD48-F4569BABA482}"/>
              </a:ext>
            </a:extLst>
          </p:cNvPr>
          <p:cNvSpPr>
            <a:spLocks noGrp="1"/>
          </p:cNvSpPr>
          <p:nvPr>
            <p:ph type="sldNum" sz="quarter" idx="12"/>
          </p:nvPr>
        </p:nvSpPr>
        <p:spPr/>
        <p:txBody>
          <a:bodyPr/>
          <a:lstStyle/>
          <a:p>
            <a:fld id="{74D1078D-A107-4030-A9F5-5BBA344EAB83}" type="slidenum">
              <a:rPr lang="it-IT" smtClean="0"/>
              <a:t>‹N›</a:t>
            </a:fld>
            <a:endParaRPr lang="it-IT"/>
          </a:p>
        </p:txBody>
      </p:sp>
    </p:spTree>
    <p:extLst>
      <p:ext uri="{BB962C8B-B14F-4D97-AF65-F5344CB8AC3E}">
        <p14:creationId xmlns:p14="http://schemas.microsoft.com/office/powerpoint/2010/main" val="3239910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BDB23CD-526B-200E-D705-D84C056EDF1B}"/>
              </a:ext>
            </a:extLst>
          </p:cNvPr>
          <p:cNvSpPr>
            <a:spLocks noGrp="1"/>
          </p:cNvSpPr>
          <p:nvPr>
            <p:ph type="title"/>
          </p:nvPr>
        </p:nvSpPr>
        <p:spPr>
          <a:xfrm>
            <a:off x="623888" y="1282700"/>
            <a:ext cx="7886700" cy="2139950"/>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C970C912-35FD-627A-F864-6476869AE7B0}"/>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EE911CBD-3E82-B9B9-233E-51595E3F4177}"/>
              </a:ext>
            </a:extLst>
          </p:cNvPr>
          <p:cNvSpPr>
            <a:spLocks noGrp="1"/>
          </p:cNvSpPr>
          <p:nvPr>
            <p:ph type="dt" sz="half" idx="10"/>
          </p:nvPr>
        </p:nvSpPr>
        <p:spPr/>
        <p:txBody>
          <a:bodyPr/>
          <a:lstStyle/>
          <a:p>
            <a:fld id="{5BED2B4E-6BD2-45CA-BDD0-9481C6349AF0}" type="datetimeFigureOut">
              <a:rPr lang="it-IT" smtClean="0"/>
              <a:t>29/11/2025</a:t>
            </a:fld>
            <a:endParaRPr lang="it-IT"/>
          </a:p>
        </p:txBody>
      </p:sp>
      <p:sp>
        <p:nvSpPr>
          <p:cNvPr id="5" name="Segnaposto piè di pagina 4">
            <a:extLst>
              <a:ext uri="{FF2B5EF4-FFF2-40B4-BE49-F238E27FC236}">
                <a16:creationId xmlns:a16="http://schemas.microsoft.com/office/drawing/2014/main" id="{596CA13F-D34A-826B-72FA-D3D6434BC77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3FEA318-925A-E24E-8435-6B326E2E0F24}"/>
              </a:ext>
            </a:extLst>
          </p:cNvPr>
          <p:cNvSpPr>
            <a:spLocks noGrp="1"/>
          </p:cNvSpPr>
          <p:nvPr>
            <p:ph type="sldNum" sz="quarter" idx="12"/>
          </p:nvPr>
        </p:nvSpPr>
        <p:spPr/>
        <p:txBody>
          <a:bodyPr/>
          <a:lstStyle/>
          <a:p>
            <a:fld id="{74D1078D-A107-4030-A9F5-5BBA344EAB83}" type="slidenum">
              <a:rPr lang="it-IT" smtClean="0"/>
              <a:t>‹N›</a:t>
            </a:fld>
            <a:endParaRPr lang="it-IT"/>
          </a:p>
        </p:txBody>
      </p:sp>
    </p:spTree>
    <p:extLst>
      <p:ext uri="{BB962C8B-B14F-4D97-AF65-F5344CB8AC3E}">
        <p14:creationId xmlns:p14="http://schemas.microsoft.com/office/powerpoint/2010/main" val="3563882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28D671-8470-4525-8D3F-1B7C5380F12A}"/>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1B13D4A-6329-2E4B-051D-097334AA127F}"/>
              </a:ext>
            </a:extLst>
          </p:cNvPr>
          <p:cNvSpPr>
            <a:spLocks noGrp="1"/>
          </p:cNvSpPr>
          <p:nvPr>
            <p:ph sz="half" idx="1"/>
          </p:nvPr>
        </p:nvSpPr>
        <p:spPr>
          <a:xfrm>
            <a:off x="628650" y="1370013"/>
            <a:ext cx="3867150" cy="326231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2C845F7A-D4D4-65FB-8751-C8FB95388129}"/>
              </a:ext>
            </a:extLst>
          </p:cNvPr>
          <p:cNvSpPr>
            <a:spLocks noGrp="1"/>
          </p:cNvSpPr>
          <p:nvPr>
            <p:ph sz="half" idx="2"/>
          </p:nvPr>
        </p:nvSpPr>
        <p:spPr>
          <a:xfrm>
            <a:off x="4648200" y="1370013"/>
            <a:ext cx="3867150" cy="326231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E067FC6E-30CB-C3BD-1858-AE8F54329E47}"/>
              </a:ext>
            </a:extLst>
          </p:cNvPr>
          <p:cNvSpPr>
            <a:spLocks noGrp="1"/>
          </p:cNvSpPr>
          <p:nvPr>
            <p:ph type="dt" sz="half" idx="10"/>
          </p:nvPr>
        </p:nvSpPr>
        <p:spPr/>
        <p:txBody>
          <a:bodyPr/>
          <a:lstStyle/>
          <a:p>
            <a:fld id="{5BED2B4E-6BD2-45CA-BDD0-9481C6349AF0}" type="datetimeFigureOut">
              <a:rPr lang="it-IT" smtClean="0"/>
              <a:t>29/11/2025</a:t>
            </a:fld>
            <a:endParaRPr lang="it-IT"/>
          </a:p>
        </p:txBody>
      </p:sp>
      <p:sp>
        <p:nvSpPr>
          <p:cNvPr id="6" name="Segnaposto piè di pagina 5">
            <a:extLst>
              <a:ext uri="{FF2B5EF4-FFF2-40B4-BE49-F238E27FC236}">
                <a16:creationId xmlns:a16="http://schemas.microsoft.com/office/drawing/2014/main" id="{E5F40DEE-1F8C-8C75-3A14-2C1E70ACF63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130CBA4-0029-244F-31EC-1467EAD51168}"/>
              </a:ext>
            </a:extLst>
          </p:cNvPr>
          <p:cNvSpPr>
            <a:spLocks noGrp="1"/>
          </p:cNvSpPr>
          <p:nvPr>
            <p:ph type="sldNum" sz="quarter" idx="12"/>
          </p:nvPr>
        </p:nvSpPr>
        <p:spPr/>
        <p:txBody>
          <a:bodyPr/>
          <a:lstStyle/>
          <a:p>
            <a:fld id="{74D1078D-A107-4030-A9F5-5BBA344EAB83}" type="slidenum">
              <a:rPr lang="it-IT" smtClean="0"/>
              <a:t>‹N›</a:t>
            </a:fld>
            <a:endParaRPr lang="it-IT"/>
          </a:p>
        </p:txBody>
      </p:sp>
    </p:spTree>
    <p:extLst>
      <p:ext uri="{BB962C8B-B14F-4D97-AF65-F5344CB8AC3E}">
        <p14:creationId xmlns:p14="http://schemas.microsoft.com/office/powerpoint/2010/main" val="20077935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3C5524E-1A9D-5797-1DF4-28B8296DBF9B}"/>
              </a:ext>
            </a:extLst>
          </p:cNvPr>
          <p:cNvSpPr>
            <a:spLocks noGrp="1"/>
          </p:cNvSpPr>
          <p:nvPr>
            <p:ph type="title"/>
          </p:nvPr>
        </p:nvSpPr>
        <p:spPr>
          <a:xfrm>
            <a:off x="630238" y="274638"/>
            <a:ext cx="7886700" cy="993775"/>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B1FB94FA-CEA4-1BA5-E11B-9B62E991860E}"/>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129D08A4-85F0-A786-4C4B-F025ECE422D1}"/>
              </a:ext>
            </a:extLst>
          </p:cNvPr>
          <p:cNvSpPr>
            <a:spLocks noGrp="1"/>
          </p:cNvSpPr>
          <p:nvPr>
            <p:ph sz="half" idx="2"/>
          </p:nvPr>
        </p:nvSpPr>
        <p:spPr>
          <a:xfrm>
            <a:off x="630238" y="1879600"/>
            <a:ext cx="3868737" cy="276225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B29B07EE-C91B-FE76-CF59-3FCEF50C77FB}"/>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CCCCD4EC-9FED-E58D-BF39-F1A5E7CE0736}"/>
              </a:ext>
            </a:extLst>
          </p:cNvPr>
          <p:cNvSpPr>
            <a:spLocks noGrp="1"/>
          </p:cNvSpPr>
          <p:nvPr>
            <p:ph sz="quarter" idx="4"/>
          </p:nvPr>
        </p:nvSpPr>
        <p:spPr>
          <a:xfrm>
            <a:off x="4629150" y="1879600"/>
            <a:ext cx="3887788" cy="2762250"/>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2D06BF0A-09C8-5E8D-00C6-483B0F517A70}"/>
              </a:ext>
            </a:extLst>
          </p:cNvPr>
          <p:cNvSpPr>
            <a:spLocks noGrp="1"/>
          </p:cNvSpPr>
          <p:nvPr>
            <p:ph type="dt" sz="half" idx="10"/>
          </p:nvPr>
        </p:nvSpPr>
        <p:spPr/>
        <p:txBody>
          <a:bodyPr/>
          <a:lstStyle/>
          <a:p>
            <a:fld id="{5BED2B4E-6BD2-45CA-BDD0-9481C6349AF0}" type="datetimeFigureOut">
              <a:rPr lang="it-IT" smtClean="0"/>
              <a:t>29/11/2025</a:t>
            </a:fld>
            <a:endParaRPr lang="it-IT"/>
          </a:p>
        </p:txBody>
      </p:sp>
      <p:sp>
        <p:nvSpPr>
          <p:cNvPr id="8" name="Segnaposto piè di pagina 7">
            <a:extLst>
              <a:ext uri="{FF2B5EF4-FFF2-40B4-BE49-F238E27FC236}">
                <a16:creationId xmlns:a16="http://schemas.microsoft.com/office/drawing/2014/main" id="{611E1595-46D7-3C08-F39E-25039F7512DF}"/>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2C50D264-A2B2-F452-4E98-865265793164}"/>
              </a:ext>
            </a:extLst>
          </p:cNvPr>
          <p:cNvSpPr>
            <a:spLocks noGrp="1"/>
          </p:cNvSpPr>
          <p:nvPr>
            <p:ph type="sldNum" sz="quarter" idx="12"/>
          </p:nvPr>
        </p:nvSpPr>
        <p:spPr/>
        <p:txBody>
          <a:bodyPr/>
          <a:lstStyle/>
          <a:p>
            <a:fld id="{74D1078D-A107-4030-A9F5-5BBA344EAB83}" type="slidenum">
              <a:rPr lang="it-IT" smtClean="0"/>
              <a:t>‹N›</a:t>
            </a:fld>
            <a:endParaRPr lang="it-IT"/>
          </a:p>
        </p:txBody>
      </p:sp>
    </p:spTree>
    <p:extLst>
      <p:ext uri="{BB962C8B-B14F-4D97-AF65-F5344CB8AC3E}">
        <p14:creationId xmlns:p14="http://schemas.microsoft.com/office/powerpoint/2010/main" val="4974161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B1BA11C-A941-0499-42E7-1444AE30BF8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84C91055-ED25-43A5-33AE-E1F9506387DA}"/>
              </a:ext>
            </a:extLst>
          </p:cNvPr>
          <p:cNvSpPr>
            <a:spLocks noGrp="1"/>
          </p:cNvSpPr>
          <p:nvPr>
            <p:ph type="dt" sz="half" idx="10"/>
          </p:nvPr>
        </p:nvSpPr>
        <p:spPr/>
        <p:txBody>
          <a:bodyPr/>
          <a:lstStyle/>
          <a:p>
            <a:fld id="{5BED2B4E-6BD2-45CA-BDD0-9481C6349AF0}" type="datetimeFigureOut">
              <a:rPr lang="it-IT" smtClean="0"/>
              <a:t>29/11/2025</a:t>
            </a:fld>
            <a:endParaRPr lang="it-IT"/>
          </a:p>
        </p:txBody>
      </p:sp>
      <p:sp>
        <p:nvSpPr>
          <p:cNvPr id="4" name="Segnaposto piè di pagina 3">
            <a:extLst>
              <a:ext uri="{FF2B5EF4-FFF2-40B4-BE49-F238E27FC236}">
                <a16:creationId xmlns:a16="http://schemas.microsoft.com/office/drawing/2014/main" id="{F012B36F-4F39-C454-3F2C-288159BCF47F}"/>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DB017174-4596-C8A3-00F1-0EFC5E27B901}"/>
              </a:ext>
            </a:extLst>
          </p:cNvPr>
          <p:cNvSpPr>
            <a:spLocks noGrp="1"/>
          </p:cNvSpPr>
          <p:nvPr>
            <p:ph type="sldNum" sz="quarter" idx="12"/>
          </p:nvPr>
        </p:nvSpPr>
        <p:spPr/>
        <p:txBody>
          <a:bodyPr/>
          <a:lstStyle/>
          <a:p>
            <a:fld id="{74D1078D-A107-4030-A9F5-5BBA344EAB83}" type="slidenum">
              <a:rPr lang="it-IT" smtClean="0"/>
              <a:t>‹N›</a:t>
            </a:fld>
            <a:endParaRPr lang="it-IT"/>
          </a:p>
        </p:txBody>
      </p:sp>
    </p:spTree>
    <p:extLst>
      <p:ext uri="{BB962C8B-B14F-4D97-AF65-F5344CB8AC3E}">
        <p14:creationId xmlns:p14="http://schemas.microsoft.com/office/powerpoint/2010/main" val="198877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E427892D-001D-B1DA-6DA6-E5ABC9773777}"/>
              </a:ext>
            </a:extLst>
          </p:cNvPr>
          <p:cNvSpPr>
            <a:spLocks noGrp="1"/>
          </p:cNvSpPr>
          <p:nvPr>
            <p:ph type="dt" sz="half" idx="10"/>
          </p:nvPr>
        </p:nvSpPr>
        <p:spPr/>
        <p:txBody>
          <a:bodyPr/>
          <a:lstStyle/>
          <a:p>
            <a:fld id="{5BED2B4E-6BD2-45CA-BDD0-9481C6349AF0}" type="datetimeFigureOut">
              <a:rPr lang="it-IT" smtClean="0"/>
              <a:t>29/11/2025</a:t>
            </a:fld>
            <a:endParaRPr lang="it-IT"/>
          </a:p>
        </p:txBody>
      </p:sp>
      <p:sp>
        <p:nvSpPr>
          <p:cNvPr id="3" name="Segnaposto piè di pagina 2">
            <a:extLst>
              <a:ext uri="{FF2B5EF4-FFF2-40B4-BE49-F238E27FC236}">
                <a16:creationId xmlns:a16="http://schemas.microsoft.com/office/drawing/2014/main" id="{2EAAA16A-CD4C-AFFC-E07F-9A5F681C4774}"/>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3C53E492-7A35-7FF9-C963-4D2107DF2128}"/>
              </a:ext>
            </a:extLst>
          </p:cNvPr>
          <p:cNvSpPr>
            <a:spLocks noGrp="1"/>
          </p:cNvSpPr>
          <p:nvPr>
            <p:ph type="sldNum" sz="quarter" idx="12"/>
          </p:nvPr>
        </p:nvSpPr>
        <p:spPr/>
        <p:txBody>
          <a:bodyPr/>
          <a:lstStyle/>
          <a:p>
            <a:fld id="{74D1078D-A107-4030-A9F5-5BBA344EAB83}" type="slidenum">
              <a:rPr lang="it-IT" smtClean="0"/>
              <a:t>‹N›</a:t>
            </a:fld>
            <a:endParaRPr lang="it-IT"/>
          </a:p>
        </p:txBody>
      </p:sp>
    </p:spTree>
    <p:extLst>
      <p:ext uri="{BB962C8B-B14F-4D97-AF65-F5344CB8AC3E}">
        <p14:creationId xmlns:p14="http://schemas.microsoft.com/office/powerpoint/2010/main" val="2449680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02ECD1D-8C99-1530-F3AF-972CCB54DB3D}"/>
              </a:ext>
            </a:extLst>
          </p:cNvPr>
          <p:cNvSpPr>
            <a:spLocks noGrp="1"/>
          </p:cNvSpPr>
          <p:nvPr>
            <p:ph type="title"/>
          </p:nvPr>
        </p:nvSpPr>
        <p:spPr>
          <a:xfrm>
            <a:off x="630238" y="342900"/>
            <a:ext cx="2949575" cy="120015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AF1F353-650B-1BD3-E6C1-F1C3B16C7A31}"/>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36B3000-3CBB-6485-88C7-7A6B25367EA5}"/>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4FA50D9C-7975-7CE1-7E01-337AFD7A9250}"/>
              </a:ext>
            </a:extLst>
          </p:cNvPr>
          <p:cNvSpPr>
            <a:spLocks noGrp="1"/>
          </p:cNvSpPr>
          <p:nvPr>
            <p:ph type="dt" sz="half" idx="10"/>
          </p:nvPr>
        </p:nvSpPr>
        <p:spPr/>
        <p:txBody>
          <a:bodyPr/>
          <a:lstStyle/>
          <a:p>
            <a:fld id="{5BED2B4E-6BD2-45CA-BDD0-9481C6349AF0}" type="datetimeFigureOut">
              <a:rPr lang="it-IT" smtClean="0"/>
              <a:t>29/11/2025</a:t>
            </a:fld>
            <a:endParaRPr lang="it-IT"/>
          </a:p>
        </p:txBody>
      </p:sp>
      <p:sp>
        <p:nvSpPr>
          <p:cNvPr id="6" name="Segnaposto piè di pagina 5">
            <a:extLst>
              <a:ext uri="{FF2B5EF4-FFF2-40B4-BE49-F238E27FC236}">
                <a16:creationId xmlns:a16="http://schemas.microsoft.com/office/drawing/2014/main" id="{A318B130-3E3C-433F-6A0E-1EA74FC7FAD2}"/>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E5D4A9C-0862-2446-627C-BE6D442A7862}"/>
              </a:ext>
            </a:extLst>
          </p:cNvPr>
          <p:cNvSpPr>
            <a:spLocks noGrp="1"/>
          </p:cNvSpPr>
          <p:nvPr>
            <p:ph type="sldNum" sz="quarter" idx="12"/>
          </p:nvPr>
        </p:nvSpPr>
        <p:spPr/>
        <p:txBody>
          <a:bodyPr/>
          <a:lstStyle/>
          <a:p>
            <a:fld id="{74D1078D-A107-4030-A9F5-5BBA344EAB83}" type="slidenum">
              <a:rPr lang="it-IT" smtClean="0"/>
              <a:t>‹N›</a:t>
            </a:fld>
            <a:endParaRPr lang="it-IT"/>
          </a:p>
        </p:txBody>
      </p:sp>
    </p:spTree>
    <p:extLst>
      <p:ext uri="{BB962C8B-B14F-4D97-AF65-F5344CB8AC3E}">
        <p14:creationId xmlns:p14="http://schemas.microsoft.com/office/powerpoint/2010/main" val="14380853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B9BA278-EE08-CF7D-2BF5-4FACD58ED855}"/>
              </a:ext>
            </a:extLst>
          </p:cNvPr>
          <p:cNvSpPr>
            <a:spLocks noGrp="1"/>
          </p:cNvSpPr>
          <p:nvPr>
            <p:ph type="title"/>
          </p:nvPr>
        </p:nvSpPr>
        <p:spPr>
          <a:xfrm>
            <a:off x="630238" y="342900"/>
            <a:ext cx="2949575" cy="120015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E41C4C42-999D-27DA-1422-DB44DC00B466}"/>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EAC98B91-2B2F-BE17-59A5-6D3661C2A41D}"/>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885FE87E-BF64-BD08-3FF4-A7F4346C7BD1}"/>
              </a:ext>
            </a:extLst>
          </p:cNvPr>
          <p:cNvSpPr>
            <a:spLocks noGrp="1"/>
          </p:cNvSpPr>
          <p:nvPr>
            <p:ph type="dt" sz="half" idx="10"/>
          </p:nvPr>
        </p:nvSpPr>
        <p:spPr/>
        <p:txBody>
          <a:bodyPr/>
          <a:lstStyle/>
          <a:p>
            <a:fld id="{5BED2B4E-6BD2-45CA-BDD0-9481C6349AF0}" type="datetimeFigureOut">
              <a:rPr lang="it-IT" smtClean="0"/>
              <a:t>29/11/2025</a:t>
            </a:fld>
            <a:endParaRPr lang="it-IT"/>
          </a:p>
        </p:txBody>
      </p:sp>
      <p:sp>
        <p:nvSpPr>
          <p:cNvPr id="6" name="Segnaposto piè di pagina 5">
            <a:extLst>
              <a:ext uri="{FF2B5EF4-FFF2-40B4-BE49-F238E27FC236}">
                <a16:creationId xmlns:a16="http://schemas.microsoft.com/office/drawing/2014/main" id="{3B523F14-76BB-9130-FFD1-E07BB437C5D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34A6DC3-4821-68B9-2939-94FDCB54A164}"/>
              </a:ext>
            </a:extLst>
          </p:cNvPr>
          <p:cNvSpPr>
            <a:spLocks noGrp="1"/>
          </p:cNvSpPr>
          <p:nvPr>
            <p:ph type="sldNum" sz="quarter" idx="12"/>
          </p:nvPr>
        </p:nvSpPr>
        <p:spPr/>
        <p:txBody>
          <a:bodyPr/>
          <a:lstStyle/>
          <a:p>
            <a:fld id="{74D1078D-A107-4030-A9F5-5BBA344EAB83}" type="slidenum">
              <a:rPr lang="it-IT" smtClean="0"/>
              <a:t>‹N›</a:t>
            </a:fld>
            <a:endParaRPr lang="it-IT"/>
          </a:p>
        </p:txBody>
      </p:sp>
    </p:spTree>
    <p:extLst>
      <p:ext uri="{BB962C8B-B14F-4D97-AF65-F5344CB8AC3E}">
        <p14:creationId xmlns:p14="http://schemas.microsoft.com/office/powerpoint/2010/main" val="3148063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39D3143-7B1D-7D72-EEC4-50C8ECAF17AA}"/>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EE01F74-D6E4-79F4-5FE6-539112887763}"/>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9601CF1-E9DD-112E-6F6B-AE81ED514D8E}"/>
              </a:ext>
            </a:extLst>
          </p:cNvPr>
          <p:cNvSpPr>
            <a:spLocks noGrp="1"/>
          </p:cNvSpPr>
          <p:nvPr>
            <p:ph type="dt" sz="half" idx="10"/>
          </p:nvPr>
        </p:nvSpPr>
        <p:spPr/>
        <p:txBody>
          <a:bodyPr/>
          <a:lstStyle/>
          <a:p>
            <a:fld id="{5BED2B4E-6BD2-45CA-BDD0-9481C6349AF0}" type="datetimeFigureOut">
              <a:rPr lang="it-IT" smtClean="0"/>
              <a:t>29/11/2025</a:t>
            </a:fld>
            <a:endParaRPr lang="it-IT"/>
          </a:p>
        </p:txBody>
      </p:sp>
      <p:sp>
        <p:nvSpPr>
          <p:cNvPr id="5" name="Segnaposto piè di pagina 4">
            <a:extLst>
              <a:ext uri="{FF2B5EF4-FFF2-40B4-BE49-F238E27FC236}">
                <a16:creationId xmlns:a16="http://schemas.microsoft.com/office/drawing/2014/main" id="{B360A985-DC2E-6125-3E62-B097B6287AB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8E94FD4-006A-079E-063B-717494A94CC2}"/>
              </a:ext>
            </a:extLst>
          </p:cNvPr>
          <p:cNvSpPr>
            <a:spLocks noGrp="1"/>
          </p:cNvSpPr>
          <p:nvPr>
            <p:ph type="sldNum" sz="quarter" idx="12"/>
          </p:nvPr>
        </p:nvSpPr>
        <p:spPr/>
        <p:txBody>
          <a:bodyPr/>
          <a:lstStyle/>
          <a:p>
            <a:fld id="{74D1078D-A107-4030-A9F5-5BBA344EAB83}" type="slidenum">
              <a:rPr lang="it-IT" smtClean="0"/>
              <a:t>‹N›</a:t>
            </a:fld>
            <a:endParaRPr lang="it-IT"/>
          </a:p>
        </p:txBody>
      </p:sp>
    </p:spTree>
    <p:extLst>
      <p:ext uri="{BB962C8B-B14F-4D97-AF65-F5344CB8AC3E}">
        <p14:creationId xmlns:p14="http://schemas.microsoft.com/office/powerpoint/2010/main" val="8036914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F349063B-DFA3-021A-B5B3-A2A450C19226}"/>
              </a:ext>
            </a:extLst>
          </p:cNvPr>
          <p:cNvSpPr>
            <a:spLocks noGrp="1"/>
          </p:cNvSpPr>
          <p:nvPr>
            <p:ph type="title" orient="vert"/>
          </p:nvPr>
        </p:nvSpPr>
        <p:spPr>
          <a:xfrm>
            <a:off x="6543675" y="274638"/>
            <a:ext cx="1971675" cy="4357687"/>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59D9F8B-A713-0F4C-F4F8-E9889D9471B4}"/>
              </a:ext>
            </a:extLst>
          </p:cNvPr>
          <p:cNvSpPr>
            <a:spLocks noGrp="1"/>
          </p:cNvSpPr>
          <p:nvPr>
            <p:ph type="body" orient="vert" idx="1"/>
          </p:nvPr>
        </p:nvSpPr>
        <p:spPr>
          <a:xfrm>
            <a:off x="628650" y="274638"/>
            <a:ext cx="5762625" cy="4357687"/>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C5DE1E2-B908-0806-7D52-9D803F063086}"/>
              </a:ext>
            </a:extLst>
          </p:cNvPr>
          <p:cNvSpPr>
            <a:spLocks noGrp="1"/>
          </p:cNvSpPr>
          <p:nvPr>
            <p:ph type="dt" sz="half" idx="10"/>
          </p:nvPr>
        </p:nvSpPr>
        <p:spPr/>
        <p:txBody>
          <a:bodyPr/>
          <a:lstStyle/>
          <a:p>
            <a:fld id="{5BED2B4E-6BD2-45CA-BDD0-9481C6349AF0}" type="datetimeFigureOut">
              <a:rPr lang="it-IT" smtClean="0"/>
              <a:t>29/11/2025</a:t>
            </a:fld>
            <a:endParaRPr lang="it-IT"/>
          </a:p>
        </p:txBody>
      </p:sp>
      <p:sp>
        <p:nvSpPr>
          <p:cNvPr id="5" name="Segnaposto piè di pagina 4">
            <a:extLst>
              <a:ext uri="{FF2B5EF4-FFF2-40B4-BE49-F238E27FC236}">
                <a16:creationId xmlns:a16="http://schemas.microsoft.com/office/drawing/2014/main" id="{6FAE44F4-2AC2-0772-8B27-4CC262A1E42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A5F780C-3F69-43E3-8ED9-64629C3391BD}"/>
              </a:ext>
            </a:extLst>
          </p:cNvPr>
          <p:cNvSpPr>
            <a:spLocks noGrp="1"/>
          </p:cNvSpPr>
          <p:nvPr>
            <p:ph type="sldNum" sz="quarter" idx="12"/>
          </p:nvPr>
        </p:nvSpPr>
        <p:spPr/>
        <p:txBody>
          <a:bodyPr/>
          <a:lstStyle/>
          <a:p>
            <a:fld id="{74D1078D-A107-4030-A9F5-5BBA344EAB83}" type="slidenum">
              <a:rPr lang="it-IT" smtClean="0"/>
              <a:t>‹N›</a:t>
            </a:fld>
            <a:endParaRPr lang="it-IT"/>
          </a:p>
        </p:txBody>
      </p:sp>
    </p:spTree>
    <p:extLst>
      <p:ext uri="{BB962C8B-B14F-4D97-AF65-F5344CB8AC3E}">
        <p14:creationId xmlns:p14="http://schemas.microsoft.com/office/powerpoint/2010/main" val="325989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eaLnBrk="1" latinLnBrk="0" hangingPunct="1"/>
            <a:r>
              <a:rPr kumimoji="0" lang="it-IT" dirty="0"/>
              <a:t>Fare clic per modificare stili del testo dello schema</a:t>
            </a:r>
          </a:p>
          <a:p>
            <a:pPr lvl="1" eaLnBrk="1" latinLnBrk="0" hangingPunct="1"/>
            <a:r>
              <a:rPr kumimoji="0" lang="it-IT" dirty="0"/>
              <a:t>Secondo livello</a:t>
            </a:r>
          </a:p>
          <a:p>
            <a:pPr lvl="2" eaLnBrk="1" latinLnBrk="0" hangingPunct="1"/>
            <a:r>
              <a:rPr kumimoji="0" lang="it-IT" dirty="0"/>
              <a:t>Terzo livello</a:t>
            </a:r>
          </a:p>
          <a:p>
            <a:pPr lvl="3" eaLnBrk="1" latinLnBrk="0" hangingPunct="1"/>
            <a:r>
              <a:rPr kumimoji="0" lang="it-IT" dirty="0"/>
              <a:t>Quarto livello</a:t>
            </a:r>
          </a:p>
          <a:p>
            <a:pPr lvl="4" eaLnBrk="1" latinLnBrk="0" hangingPunct="1"/>
            <a:r>
              <a:rPr kumimoji="0" lang="it-IT" dirty="0"/>
              <a:t>Quinto livello</a:t>
            </a:r>
            <a:endParaRPr kumimoji="0"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eaLnBrk="1" latinLnBrk="0" hangingPunct="1">
              <a:defRPr kumimoji="0" lang="it-IT" sz="1400">
                <a:solidFill>
                  <a:schemeClr val="tx2"/>
                </a:solidFill>
              </a:defRPr>
            </a:lvl1pPr>
            <a:extLst/>
          </a:lstStyle>
          <a:p>
            <a:fld id="{E4606EA6-EFEA-4C30-9264-4F9291A5780D}" type="datetime1">
              <a:rPr lang="it-IT"/>
              <a:pPr/>
              <a:t>29/11/2025</a:t>
            </a:fld>
            <a:endParaRPr kumimoji="0" lang="it-IT" sz="140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eaLnBrk="1" latinLnBrk="0" hangingPunct="1">
              <a:defRPr kumimoji="0" lang="it-IT" sz="1400">
                <a:solidFill>
                  <a:schemeClr val="tx2"/>
                </a:solidFill>
              </a:defRPr>
            </a:lvl1pPr>
            <a:extLst/>
          </a:lstStyle>
          <a:p>
            <a:pPr algn="r"/>
            <a:endParaRPr kumimoji="0" lang="it-IT" sz="140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8" name="Rectangle 7"/>
          <p:cNvSpPr/>
          <p:nvPr/>
        </p:nvSpPr>
        <p:spPr>
          <a:xfrm>
            <a:off x="0" y="888133"/>
            <a:ext cx="533400" cy="171450"/>
          </a:xfrm>
          <a:prstGeom prst="rect">
            <a:avLst/>
          </a:prstGeom>
          <a:solidFill>
            <a:srgbClr val="FF0000"/>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9" name="Rectangle 8"/>
          <p:cNvSpPr/>
          <p:nvPr/>
        </p:nvSpPr>
        <p:spPr>
          <a:xfrm>
            <a:off x="590550" y="888132"/>
            <a:ext cx="8553450" cy="171450"/>
          </a:xfrm>
          <a:prstGeom prst="rect">
            <a:avLst/>
          </a:prstGeom>
          <a:solidFill>
            <a:srgbClr val="03AA05"/>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it-IT"/>
          </a:p>
        </p:txBody>
      </p:sp>
      <p:sp>
        <p:nvSpPr>
          <p:cNvPr id="22" name="Title Placeholder 21"/>
          <p:cNvSpPr>
            <a:spLocks noGrp="1"/>
          </p:cNvSpPr>
          <p:nvPr>
            <p:ph type="title"/>
          </p:nvPr>
        </p:nvSpPr>
        <p:spPr>
          <a:xfrm>
            <a:off x="609600" y="118110"/>
            <a:ext cx="7130752" cy="581432"/>
          </a:xfrm>
          <a:prstGeom prst="rect">
            <a:avLst/>
          </a:prstGeom>
        </p:spPr>
        <p:txBody>
          <a:bodyPr vert="horz" anchor="b">
            <a:noAutofit/>
          </a:bodyPr>
          <a:lstStyle/>
          <a:p>
            <a:pPr eaLnBrk="1" latinLnBrk="0" hangingPunct="1"/>
            <a:r>
              <a:rPr kumimoji="0" lang="it-IT" dirty="0"/>
              <a:t>Fare clic per modificare lo stile del titolo</a:t>
            </a:r>
            <a:endParaRPr kumimoji="0" lang="en-US" dirty="0"/>
          </a:p>
        </p:txBody>
      </p:sp>
      <p:pic>
        <p:nvPicPr>
          <p:cNvPr id="2" name="Immagine 1" descr="Immagine che contiene testo, Carattere, logo, Elementi grafici&#10;&#10;Descrizione generata automaticamente">
            <a:extLst>
              <a:ext uri="{FF2B5EF4-FFF2-40B4-BE49-F238E27FC236}">
                <a16:creationId xmlns:a16="http://schemas.microsoft.com/office/drawing/2014/main" id="{DB62A9F2-794C-CD8A-E42F-A8C91F063BB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7956376" y="121327"/>
            <a:ext cx="915807" cy="65022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6" r:id="rId7"/>
    <p:sldLayoutId id="2147483657" r:id="rId8"/>
  </p:sldLayoutIdLst>
  <p:txStyles>
    <p:titleStyle>
      <a:lvl1pPr algn="l" rtl="0" eaLnBrk="1" latinLnBrk="0" hangingPunct="1">
        <a:spcBef>
          <a:spcPct val="0"/>
        </a:spcBef>
        <a:buNone/>
        <a:defRPr kumimoji="0" lang="it-IT" sz="28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kumimoji="0" lang="it-IT" sz="1800" kern="1200">
          <a:solidFill>
            <a:schemeClr val="tx1"/>
          </a:solidFill>
          <a:latin typeface="+mn-lt"/>
          <a:ea typeface="+mn-ea"/>
          <a:cs typeface="+mn-cs"/>
        </a:defRPr>
      </a:lvl1pPr>
      <a:lvl2pPr marL="640080" indent="-274320" algn="l" rtl="0" eaLnBrk="1" latinLnBrk="0" hangingPunct="1">
        <a:spcBef>
          <a:spcPts val="550"/>
        </a:spcBef>
        <a:buClr>
          <a:srgbClr val="4865A0"/>
        </a:buClr>
        <a:buSzPct val="70000"/>
        <a:buFont typeface="Wingdings 2"/>
        <a:buChar char=""/>
        <a:defRPr kumimoji="0" lang="it-IT" sz="18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lang="it-IT" sz="18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lang="it-IT" sz="18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lang="it-IT" sz="18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kumimoji="0" lang="it-IT"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lang="it-IT"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lang="it-IT"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lang="it-IT" sz="1800" kern="1200" baseline="0">
          <a:solidFill>
            <a:schemeClr val="tx1"/>
          </a:solidFill>
          <a:latin typeface="+mn-lt"/>
          <a:ea typeface="+mn-ea"/>
          <a:cs typeface="+mn-cs"/>
        </a:defRPr>
      </a:lvl9pPr>
      <a:extLst/>
    </p:bodyStyle>
    <p:otherStyle>
      <a:lvl1pPr marL="0" algn="l" rtl="0" eaLnBrk="1" latinLnBrk="0" hangingPunct="1">
        <a:defRPr kumimoji="0" lang="it-IT" kern="1200">
          <a:solidFill>
            <a:schemeClr val="tx1"/>
          </a:solidFill>
          <a:latin typeface="+mn-lt"/>
          <a:ea typeface="+mn-ea"/>
          <a:cs typeface="+mn-cs"/>
        </a:defRPr>
      </a:lvl1pPr>
      <a:lvl2pPr marL="457200" algn="l" rtl="0" eaLnBrk="1" latinLnBrk="0" hangingPunct="1">
        <a:defRPr kumimoji="0" lang="it-IT" kern="1200">
          <a:solidFill>
            <a:schemeClr val="tx1"/>
          </a:solidFill>
          <a:latin typeface="+mn-lt"/>
          <a:ea typeface="+mn-ea"/>
          <a:cs typeface="+mn-cs"/>
        </a:defRPr>
      </a:lvl2pPr>
      <a:lvl3pPr marL="914400" algn="l" rtl="0" eaLnBrk="1" latinLnBrk="0" hangingPunct="1">
        <a:defRPr kumimoji="0" lang="it-IT" kern="1200">
          <a:solidFill>
            <a:schemeClr val="tx1"/>
          </a:solidFill>
          <a:latin typeface="+mn-lt"/>
          <a:ea typeface="+mn-ea"/>
          <a:cs typeface="+mn-cs"/>
        </a:defRPr>
      </a:lvl3pPr>
      <a:lvl4pPr marL="1371600" algn="l" rtl="0" eaLnBrk="1" latinLnBrk="0" hangingPunct="1">
        <a:defRPr kumimoji="0" lang="it-IT" kern="1200">
          <a:solidFill>
            <a:schemeClr val="tx1"/>
          </a:solidFill>
          <a:latin typeface="+mn-lt"/>
          <a:ea typeface="+mn-ea"/>
          <a:cs typeface="+mn-cs"/>
        </a:defRPr>
      </a:lvl4pPr>
      <a:lvl5pPr marL="1828800" algn="l" rtl="0" eaLnBrk="1" latinLnBrk="0" hangingPunct="1">
        <a:defRPr kumimoji="0" lang="it-IT" kern="1200">
          <a:solidFill>
            <a:schemeClr val="tx1"/>
          </a:solidFill>
          <a:latin typeface="+mn-lt"/>
          <a:ea typeface="+mn-ea"/>
          <a:cs typeface="+mn-cs"/>
        </a:defRPr>
      </a:lvl5pPr>
      <a:lvl6pPr marL="2286000" algn="l" rtl="0" eaLnBrk="1" latinLnBrk="0" hangingPunct="1">
        <a:defRPr kumimoji="0" lang="it-IT" kern="1200">
          <a:solidFill>
            <a:schemeClr val="tx1"/>
          </a:solidFill>
          <a:latin typeface="+mn-lt"/>
          <a:ea typeface="+mn-ea"/>
          <a:cs typeface="+mn-cs"/>
        </a:defRPr>
      </a:lvl6pPr>
      <a:lvl7pPr marL="2743200" algn="l" rtl="0" eaLnBrk="1" latinLnBrk="0" hangingPunct="1">
        <a:defRPr kumimoji="0" lang="it-IT" kern="1200">
          <a:solidFill>
            <a:schemeClr val="tx1"/>
          </a:solidFill>
          <a:latin typeface="+mn-lt"/>
          <a:ea typeface="+mn-ea"/>
          <a:cs typeface="+mn-cs"/>
        </a:defRPr>
      </a:lvl7pPr>
      <a:lvl8pPr marL="3200400" algn="l" rtl="0" eaLnBrk="1" latinLnBrk="0" hangingPunct="1">
        <a:defRPr kumimoji="0" lang="it-IT" kern="1200">
          <a:solidFill>
            <a:schemeClr val="tx1"/>
          </a:solidFill>
          <a:latin typeface="+mn-lt"/>
          <a:ea typeface="+mn-ea"/>
          <a:cs typeface="+mn-cs"/>
        </a:defRPr>
      </a:lvl8pPr>
      <a:lvl9pPr marL="3657600" algn="l" rtl="0" eaLnBrk="1" latinLnBrk="0" hangingPunct="1">
        <a:defRPr kumimoji="0" lang="it-IT"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83C5BC55-36AC-A1B9-6162-18FD4FA9608A}"/>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0C5F8EE-92EC-2511-EE58-DF9E3FFC59BE}"/>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5D1D4F1-2CCE-BC0D-23C4-6D4F1804AD1E}"/>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5BED2B4E-6BD2-45CA-BDD0-9481C6349AF0}" type="datetimeFigureOut">
              <a:rPr lang="it-IT" smtClean="0"/>
              <a:t>29/11/2025</a:t>
            </a:fld>
            <a:endParaRPr lang="it-IT"/>
          </a:p>
        </p:txBody>
      </p:sp>
      <p:sp>
        <p:nvSpPr>
          <p:cNvPr id="5" name="Segnaposto piè di pagina 4">
            <a:extLst>
              <a:ext uri="{FF2B5EF4-FFF2-40B4-BE49-F238E27FC236}">
                <a16:creationId xmlns:a16="http://schemas.microsoft.com/office/drawing/2014/main" id="{42635694-F696-FA1F-253A-72BCC94F9277}"/>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E45E5713-2498-224E-A6A1-A4EF426FC207}"/>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74D1078D-A107-4030-A9F5-5BBA344EAB83}" type="slidenum">
              <a:rPr lang="it-IT" smtClean="0"/>
              <a:t>‹N›</a:t>
            </a:fld>
            <a:endParaRPr lang="it-IT"/>
          </a:p>
        </p:txBody>
      </p:sp>
    </p:spTree>
    <p:extLst>
      <p:ext uri="{BB962C8B-B14F-4D97-AF65-F5344CB8AC3E}">
        <p14:creationId xmlns:p14="http://schemas.microsoft.com/office/powerpoint/2010/main" val="361399754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onfluence.hl7.org/spaces/HEU/pages/413237392/Common+Cancer+Model+Ontology" TargetMode="External"/><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p:cNvSpPr>
          <p:nvPr>
            <p:ph type="title"/>
          </p:nvPr>
        </p:nvSpPr>
        <p:spPr>
          <a:xfrm>
            <a:off x="251520" y="1347613"/>
            <a:ext cx="7632848" cy="764849"/>
          </a:xfrm>
        </p:spPr>
        <p:txBody>
          <a:bodyPr/>
          <a:lstStyle/>
          <a:p>
            <a:r>
              <a:rPr lang="it-IT" b="1" dirty="0">
                <a:latin typeface="Calibri" panose="020F0502020204030204" pitchFamily="34" charset="0"/>
                <a:cs typeface="Calibri" panose="020F0502020204030204" pitchFamily="34" charset="0"/>
              </a:rPr>
              <a:t>HL7 EU</a:t>
            </a:r>
            <a:br>
              <a:rPr lang="it-IT" b="1" dirty="0">
                <a:latin typeface="Calibri" panose="020F0502020204030204" pitchFamily="34" charset="0"/>
                <a:cs typeface="Calibri" panose="020F0502020204030204" pitchFamily="34" charset="0"/>
              </a:rPr>
            </a:br>
            <a:r>
              <a:rPr lang="it-IT" b="1" dirty="0">
                <a:latin typeface="Calibri" panose="020F0502020204030204" pitchFamily="34" charset="0"/>
                <a:cs typeface="Calibri" panose="020F0502020204030204" pitchFamily="34" charset="0"/>
              </a:rPr>
              <a:t>Common </a:t>
            </a:r>
            <a:r>
              <a:rPr lang="it-IT" b="1" dirty="0" err="1">
                <a:latin typeface="Calibri" panose="020F0502020204030204" pitchFamily="34" charset="0"/>
                <a:cs typeface="Calibri" panose="020F0502020204030204" pitchFamily="34" charset="0"/>
              </a:rPr>
              <a:t>cancer</a:t>
            </a:r>
            <a:r>
              <a:rPr lang="it-IT" b="1" dirty="0">
                <a:latin typeface="Calibri" panose="020F0502020204030204" pitchFamily="34" charset="0"/>
                <a:cs typeface="Calibri" panose="020F0502020204030204" pitchFamily="34" charset="0"/>
              </a:rPr>
              <a:t> model </a:t>
            </a:r>
            <a:r>
              <a:rPr lang="it-IT" b="1" dirty="0" err="1">
                <a:latin typeface="Calibri" panose="020F0502020204030204" pitchFamily="34" charset="0"/>
                <a:cs typeface="Calibri" panose="020F0502020204030204" pitchFamily="34" charset="0"/>
              </a:rPr>
              <a:t>ontology</a:t>
            </a:r>
            <a:r>
              <a:rPr lang="it-IT" b="1" dirty="0">
                <a:latin typeface="Calibri" panose="020F0502020204030204" pitchFamily="34" charset="0"/>
                <a:cs typeface="Calibri" panose="020F0502020204030204" pitchFamily="34" charset="0"/>
              </a:rPr>
              <a:t> and LLM</a:t>
            </a:r>
            <a:br>
              <a:rPr lang="it-IT" b="1" dirty="0">
                <a:latin typeface="Calibri" panose="020F0502020204030204" pitchFamily="34" charset="0"/>
                <a:cs typeface="Calibri" panose="020F0502020204030204" pitchFamily="34" charset="0"/>
              </a:rPr>
            </a:br>
            <a:r>
              <a:rPr lang="it-IT" sz="1400" b="1" dirty="0" err="1">
                <a:latin typeface="Calibri" panose="020F0502020204030204" pitchFamily="34" charset="0"/>
                <a:cs typeface="Calibri" panose="020F0502020204030204" pitchFamily="34" charset="0"/>
              </a:rPr>
              <a:t>evolution</a:t>
            </a:r>
            <a:r>
              <a:rPr lang="it-IT" sz="1400" b="1" dirty="0">
                <a:latin typeface="Calibri" panose="020F0502020204030204" pitchFamily="34" charset="0"/>
                <a:cs typeface="Calibri" panose="020F0502020204030204" pitchFamily="34" charset="0"/>
              </a:rPr>
              <a:t> and </a:t>
            </a:r>
            <a:r>
              <a:rPr lang="it-IT" sz="1400" b="1" dirty="0" err="1">
                <a:latin typeface="Calibri" panose="020F0502020204030204" pitchFamily="34" charset="0"/>
                <a:cs typeface="Calibri" panose="020F0502020204030204" pitchFamily="34" charset="0"/>
              </a:rPr>
              <a:t>perspective</a:t>
            </a:r>
            <a:endParaRPr lang="it-IT" sz="1400" b="1" dirty="0">
              <a:latin typeface="Calibri" panose="020F0502020204030204" pitchFamily="34" charset="0"/>
              <a:cs typeface="Calibri" panose="020F0502020204030204" pitchFamily="34" charset="0"/>
            </a:endParaRPr>
          </a:p>
        </p:txBody>
      </p:sp>
      <p:sp>
        <p:nvSpPr>
          <p:cNvPr id="3" name="Rettangolo 2"/>
          <p:cNvSpPr/>
          <p:nvPr/>
        </p:nvSpPr>
        <p:spPr>
          <a:xfrm>
            <a:off x="266647" y="2427734"/>
            <a:ext cx="3528392" cy="892552"/>
          </a:xfrm>
          <a:prstGeom prst="rect">
            <a:avLst/>
          </a:prstGeom>
        </p:spPr>
        <p:txBody>
          <a:bodyPr wrap="square">
            <a:spAutoFit/>
          </a:bodyPr>
          <a:lstStyle/>
          <a:p>
            <a:r>
              <a:rPr lang="en-US" sz="1400" b="1" dirty="0">
                <a:latin typeface="Calibri" panose="020F0502020204030204" pitchFamily="34" charset="0"/>
                <a:cs typeface="Calibri" panose="020F0502020204030204" pitchFamily="34" charset="0"/>
              </a:rPr>
              <a:t>Stefano Lotti, FHL7</a:t>
            </a:r>
          </a:p>
          <a:p>
            <a:br>
              <a:rPr lang="en-US" sz="1400" b="1" dirty="0">
                <a:latin typeface="Calibri" panose="020F0502020204030204" pitchFamily="34" charset="0"/>
                <a:cs typeface="Calibri" panose="020F0502020204030204" pitchFamily="34" charset="0"/>
              </a:rPr>
            </a:br>
            <a:r>
              <a:rPr lang="en-US" sz="1100" b="1" dirty="0">
                <a:latin typeface="Calibri" panose="020F0502020204030204" pitchFamily="34" charset="0"/>
                <a:cs typeface="Calibri" panose="020F0502020204030204" pitchFamily="34" charset="0"/>
              </a:rPr>
              <a:t>HL7 Italy Chair</a:t>
            </a:r>
          </a:p>
          <a:p>
            <a:r>
              <a:rPr lang="en-US" sz="1100" b="1" dirty="0">
                <a:latin typeface="Calibri" panose="020F0502020204030204" pitchFamily="34" charset="0"/>
                <a:cs typeface="Calibri" panose="020F0502020204030204" pitchFamily="34" charset="0"/>
              </a:rPr>
              <a:t>HL7 International OSA WG Co-Chair</a:t>
            </a:r>
          </a:p>
        </p:txBody>
      </p:sp>
      <p:sp>
        <p:nvSpPr>
          <p:cNvPr id="10" name="CasellaDiTesto 9"/>
          <p:cNvSpPr txBox="1"/>
          <p:nvPr/>
        </p:nvSpPr>
        <p:spPr>
          <a:xfrm>
            <a:off x="35496" y="4659982"/>
            <a:ext cx="1432584" cy="307777"/>
          </a:xfrm>
          <a:prstGeom prst="rect">
            <a:avLst/>
          </a:prstGeom>
          <a:noFill/>
        </p:spPr>
        <p:txBody>
          <a:bodyPr wrap="square" rtlCol="0">
            <a:spAutoFit/>
          </a:bodyPr>
          <a:lstStyle/>
          <a:p>
            <a:pPr algn="ctr"/>
            <a:r>
              <a:rPr lang="it-IT" sz="1400" b="1" dirty="0"/>
              <a:t>01.12.2025</a:t>
            </a:r>
          </a:p>
        </p:txBody>
      </p:sp>
      <p:pic>
        <p:nvPicPr>
          <p:cNvPr id="5" name="Immagine 4" descr="Immagine che contiene cielo, acqua, testo, nuvola&#10;&#10;Il contenuto generato dall'IA potrebbe non essere corretto.">
            <a:extLst>
              <a:ext uri="{FF2B5EF4-FFF2-40B4-BE49-F238E27FC236}">
                <a16:creationId xmlns:a16="http://schemas.microsoft.com/office/drawing/2014/main" id="{9616B854-A0A1-9057-5A27-60F0DC268A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59832" y="4538790"/>
            <a:ext cx="1629013" cy="531058"/>
          </a:xfrm>
          <a:prstGeom prst="rect">
            <a:avLst/>
          </a:prstGeom>
        </p:spPr>
      </p:pic>
      <p:sp>
        <p:nvSpPr>
          <p:cNvPr id="6" name="CasellaDiTesto 5">
            <a:extLst>
              <a:ext uri="{FF2B5EF4-FFF2-40B4-BE49-F238E27FC236}">
                <a16:creationId xmlns:a16="http://schemas.microsoft.com/office/drawing/2014/main" id="{58DDDFF5-C773-B4AB-70C8-4FC3C8F91996}"/>
              </a:ext>
            </a:extLst>
          </p:cNvPr>
          <p:cNvSpPr txBox="1"/>
          <p:nvPr/>
        </p:nvSpPr>
        <p:spPr>
          <a:xfrm>
            <a:off x="4572000" y="4659981"/>
            <a:ext cx="4176464" cy="307777"/>
          </a:xfrm>
          <a:prstGeom prst="rect">
            <a:avLst/>
          </a:prstGeom>
          <a:noFill/>
        </p:spPr>
        <p:txBody>
          <a:bodyPr wrap="square" rtlCol="0">
            <a:spAutoFit/>
          </a:bodyPr>
          <a:lstStyle/>
          <a:p>
            <a:r>
              <a:rPr lang="en-US" sz="1400" b="1" dirty="0"/>
              <a:t>HL7 Europe Working Group Meeting 2025 Cologne</a:t>
            </a:r>
            <a:endParaRPr lang="it-IT" sz="1400" b="1" dirty="0"/>
          </a:p>
        </p:txBody>
      </p:sp>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C2529C-C287-21F0-89D4-C1F03C7BD181}"/>
              </a:ext>
            </a:extLst>
          </p:cNvPr>
          <p:cNvSpPr>
            <a:spLocks noGrp="1"/>
          </p:cNvSpPr>
          <p:nvPr>
            <p:ph type="title"/>
          </p:nvPr>
        </p:nvSpPr>
        <p:spPr/>
        <p:txBody>
          <a:bodyPr/>
          <a:lstStyle/>
          <a:p>
            <a:r>
              <a:rPr lang="en-US" dirty="0"/>
              <a:t>Objectives</a:t>
            </a:r>
          </a:p>
        </p:txBody>
      </p:sp>
      <p:sp>
        <p:nvSpPr>
          <p:cNvPr id="3" name="Segnaposto contenuto 2">
            <a:extLst>
              <a:ext uri="{FF2B5EF4-FFF2-40B4-BE49-F238E27FC236}">
                <a16:creationId xmlns:a16="http://schemas.microsoft.com/office/drawing/2014/main" id="{69C1A673-E37F-5B4D-C862-F02F2359C38F}"/>
              </a:ext>
            </a:extLst>
          </p:cNvPr>
          <p:cNvSpPr>
            <a:spLocks noGrp="1"/>
          </p:cNvSpPr>
          <p:nvPr>
            <p:ph sz="quarter" idx="13"/>
          </p:nvPr>
        </p:nvSpPr>
        <p:spPr>
          <a:xfrm>
            <a:off x="611560" y="1139675"/>
            <a:ext cx="4466456" cy="3451448"/>
          </a:xfrm>
        </p:spPr>
        <p:txBody>
          <a:bodyPr>
            <a:normAutofit fontScale="92500" lnSpcReduction="10000"/>
          </a:bodyPr>
          <a:lstStyle/>
          <a:p>
            <a:pPr marL="0" indent="0" algn="l" rtl="0" eaLnBrk="1" latinLnBrk="0" hangingPunct="1">
              <a:spcBef>
                <a:spcPts val="700"/>
              </a:spcBef>
              <a:buNone/>
            </a:pPr>
            <a:r>
              <a:rPr lang="en-US" sz="1400" b="1" dirty="0">
                <a:solidFill>
                  <a:srgbClr val="000000"/>
                </a:solidFill>
                <a:latin typeface="Tw Cen MT" panose="020B0602020104020603" pitchFamily="34" charset="0"/>
              </a:rPr>
              <a:t>Objectives</a:t>
            </a:r>
            <a:r>
              <a:rPr lang="en-US" sz="1400" dirty="0">
                <a:solidFill>
                  <a:srgbClr val="000000"/>
                </a:solidFill>
                <a:latin typeface="Tw Cen MT" panose="020B0602020104020603" pitchFamily="34" charset="0"/>
              </a:rPr>
              <a:t> </a:t>
            </a:r>
          </a:p>
          <a:p>
            <a:r>
              <a:rPr lang="en-US" sz="1400" dirty="0">
                <a:solidFill>
                  <a:srgbClr val="000000"/>
                </a:solidFill>
                <a:latin typeface="Tw Cen MT" panose="020B0602020104020603" pitchFamily="34" charset="0"/>
              </a:rPr>
              <a:t>formalize</a:t>
            </a:r>
            <a:r>
              <a:rPr lang="en-US" sz="1400" dirty="0">
                <a:solidFill>
                  <a:srgbClr val="000000"/>
                </a:solidFill>
                <a:effectLst/>
                <a:latin typeface="Tw Cen MT" panose="020B0602020104020603" pitchFamily="34" charset="0"/>
              </a:rPr>
              <a:t> and consolidate the Common Cancer Model, </a:t>
            </a:r>
          </a:p>
          <a:p>
            <a:r>
              <a:rPr lang="en-US" sz="1400" dirty="0">
                <a:solidFill>
                  <a:srgbClr val="000000"/>
                </a:solidFill>
                <a:effectLst/>
                <a:latin typeface="Tw Cen MT" panose="020B0602020104020603" pitchFamily="34" charset="0"/>
              </a:rPr>
              <a:t>integrate the Common Cancer Model within the HL7 tooling ecosystem, </a:t>
            </a:r>
          </a:p>
          <a:p>
            <a:r>
              <a:rPr lang="en-US" sz="1400" dirty="0">
                <a:solidFill>
                  <a:srgbClr val="000000"/>
                </a:solidFill>
                <a:effectLst/>
                <a:latin typeface="Tw Cen MT" panose="020B0602020104020603" pitchFamily="34" charset="0"/>
              </a:rPr>
              <a:t>develop mappings between ontological concepts and FHIR resources.</a:t>
            </a:r>
          </a:p>
          <a:p>
            <a:pPr marL="0" indent="0" algn="l" rtl="0" eaLnBrk="1" latinLnBrk="0" hangingPunct="1">
              <a:spcBef>
                <a:spcPts val="700"/>
              </a:spcBef>
              <a:buNone/>
            </a:pPr>
            <a:r>
              <a:rPr lang="en-US" sz="1400" dirty="0">
                <a:solidFill>
                  <a:srgbClr val="000000"/>
                </a:solidFill>
                <a:effectLst/>
                <a:latin typeface="Tw Cen MT" panose="020B0602020104020603" pitchFamily="34" charset="0"/>
              </a:rPr>
              <a:t>Moreover, </a:t>
            </a:r>
            <a:r>
              <a:rPr lang="en-US" sz="1400" b="1" dirty="0">
                <a:solidFill>
                  <a:srgbClr val="000000"/>
                </a:solidFill>
                <a:effectLst/>
                <a:latin typeface="Tw Cen MT" panose="020B0602020104020603" pitchFamily="34" charset="0"/>
              </a:rPr>
              <a:t>Ontologies are increasingly recognized as a key tool for Large Language Models (LLM)</a:t>
            </a:r>
            <a:r>
              <a:rPr lang="en-US" sz="1400" dirty="0">
                <a:solidFill>
                  <a:srgbClr val="000000"/>
                </a:solidFill>
                <a:effectLst/>
                <a:latin typeface="Tw Cen MT" panose="020B0602020104020603" pitchFamily="34" charset="0"/>
              </a:rPr>
              <a:t>,</a:t>
            </a:r>
            <a:r>
              <a:rPr lang="en-US" sz="1400" b="1" dirty="0">
                <a:solidFill>
                  <a:srgbClr val="000000"/>
                </a:solidFill>
                <a:effectLst/>
                <a:latin typeface="Tw Cen MT" panose="020B0602020104020603" pitchFamily="34" charset="0"/>
              </a:rPr>
              <a:t> </a:t>
            </a:r>
            <a:r>
              <a:rPr lang="en-US" sz="1400" dirty="0">
                <a:solidFill>
                  <a:srgbClr val="000000"/>
                </a:solidFill>
                <a:effectLst/>
                <a:latin typeface="Tw Cen MT" panose="020B0602020104020603" pitchFamily="34" charset="0"/>
              </a:rPr>
              <a:t>facilitating more structured and semantically robust GenAI agents. This integration holds significant potential for advancing data analysis through Retrieval-Augmented Generation (RAG) methodologies.</a:t>
            </a:r>
          </a:p>
          <a:p>
            <a:pPr marL="0" indent="0" algn="l" rtl="0" eaLnBrk="1" latinLnBrk="0" hangingPunct="1">
              <a:spcBef>
                <a:spcPts val="700"/>
              </a:spcBef>
              <a:buNone/>
            </a:pPr>
            <a:r>
              <a:rPr lang="en-US" sz="1400" dirty="0">
                <a:solidFill>
                  <a:srgbClr val="000000"/>
                </a:solidFill>
                <a:effectLst/>
                <a:latin typeface="Tw Cen MT" panose="020B0602020104020603" pitchFamily="34" charset="0"/>
              </a:rPr>
              <a:t>An underlying </a:t>
            </a:r>
            <a:r>
              <a:rPr lang="en-US" sz="1400" b="1" dirty="0">
                <a:solidFill>
                  <a:srgbClr val="000000"/>
                </a:solidFill>
                <a:effectLst/>
                <a:latin typeface="Tw Cen MT" panose="020B0602020104020603" pitchFamily="34" charset="0"/>
              </a:rPr>
              <a:t>goal</a:t>
            </a:r>
            <a:r>
              <a:rPr lang="en-US" sz="1400" dirty="0">
                <a:solidFill>
                  <a:srgbClr val="000000"/>
                </a:solidFill>
                <a:effectLst/>
                <a:latin typeface="Tw Cen MT" panose="020B0602020104020603" pitchFamily="34" charset="0"/>
              </a:rPr>
              <a:t> is to understand the bidirectional </a:t>
            </a:r>
            <a:r>
              <a:rPr lang="en-US" sz="1400" b="1" dirty="0">
                <a:solidFill>
                  <a:srgbClr val="000000"/>
                </a:solidFill>
                <a:effectLst/>
                <a:latin typeface="Tw Cen MT" panose="020B0602020104020603" pitchFamily="34" charset="0"/>
              </a:rPr>
              <a:t>relationship between AI technologies and healthcare standards</a:t>
            </a:r>
            <a:r>
              <a:rPr lang="en-US" sz="1400" dirty="0">
                <a:solidFill>
                  <a:srgbClr val="000000"/>
                </a:solidFill>
                <a:effectLst/>
                <a:latin typeface="Tw Cen MT" panose="020B0602020104020603" pitchFamily="34" charset="0"/>
              </a:rPr>
              <a:t> — investigating </a:t>
            </a:r>
            <a:r>
              <a:rPr lang="en-US" sz="1400" b="1" dirty="0">
                <a:solidFill>
                  <a:srgbClr val="000000"/>
                </a:solidFill>
                <a:effectLst/>
                <a:latin typeface="Tw Cen MT" panose="020B0602020104020603" pitchFamily="34" charset="0"/>
              </a:rPr>
              <a:t>how AI can aid in standards development and how established formal standards can enhance AI’s accuracy and reliability</a:t>
            </a:r>
            <a:r>
              <a:rPr lang="en-US" sz="1400" dirty="0">
                <a:solidFill>
                  <a:srgbClr val="000000"/>
                </a:solidFill>
                <a:effectLst/>
                <a:latin typeface="Tw Cen MT" panose="020B0602020104020603" pitchFamily="34" charset="0"/>
              </a:rPr>
              <a:t>.</a:t>
            </a:r>
            <a:endParaRPr lang="en-US" sz="1400" dirty="0"/>
          </a:p>
        </p:txBody>
      </p:sp>
      <p:pic>
        <p:nvPicPr>
          <p:cNvPr id="11" name="Immagine 10">
            <a:extLst>
              <a:ext uri="{FF2B5EF4-FFF2-40B4-BE49-F238E27FC236}">
                <a16:creationId xmlns:a16="http://schemas.microsoft.com/office/drawing/2014/main" id="{38E6095C-6046-A2FE-BD98-A16CCA4E8974}"/>
              </a:ext>
            </a:extLst>
          </p:cNvPr>
          <p:cNvPicPr>
            <a:picLocks noChangeAspect="1"/>
          </p:cNvPicPr>
          <p:nvPr/>
        </p:nvPicPr>
        <p:blipFill>
          <a:blip r:embed="rId2"/>
          <a:stretch>
            <a:fillRect/>
          </a:stretch>
        </p:blipFill>
        <p:spPr>
          <a:xfrm>
            <a:off x="5006008" y="1316744"/>
            <a:ext cx="3954800" cy="3225155"/>
          </a:xfrm>
          <a:prstGeom prst="rect">
            <a:avLst/>
          </a:prstGeom>
        </p:spPr>
      </p:pic>
      <p:sp>
        <p:nvSpPr>
          <p:cNvPr id="12" name="CasellaDiTesto 11">
            <a:extLst>
              <a:ext uri="{FF2B5EF4-FFF2-40B4-BE49-F238E27FC236}">
                <a16:creationId xmlns:a16="http://schemas.microsoft.com/office/drawing/2014/main" id="{164BA182-6402-519A-0F8A-B9D61912A78D}"/>
              </a:ext>
            </a:extLst>
          </p:cNvPr>
          <p:cNvSpPr txBox="1"/>
          <p:nvPr/>
        </p:nvSpPr>
        <p:spPr>
          <a:xfrm>
            <a:off x="611560" y="4640347"/>
            <a:ext cx="8153400" cy="400110"/>
          </a:xfrm>
          <a:prstGeom prst="rect">
            <a:avLst/>
          </a:prstGeom>
          <a:noFill/>
        </p:spPr>
        <p:txBody>
          <a:bodyPr wrap="square">
            <a:spAutoFit/>
          </a:bodyPr>
          <a:lstStyle/>
          <a:p>
            <a:pPr marL="0" indent="0">
              <a:buNone/>
            </a:pPr>
            <a:r>
              <a:rPr lang="en-US" sz="1000" b="1" u="sng" dirty="0">
                <a:latin typeface="Courier New" panose="02070309020205020404" pitchFamily="49" charset="0"/>
                <a:cs typeface="Courier New" panose="02070309020205020404" pitchFamily="49" charset="0"/>
              </a:rPr>
              <a:t>Current Status</a:t>
            </a:r>
            <a:r>
              <a:rPr lang="en-US" sz="1000" b="1" dirty="0">
                <a:latin typeface="Courier New" panose="02070309020205020404" pitchFamily="49" charset="0"/>
                <a:cs typeface="Courier New" panose="02070309020205020404" pitchFamily="49" charset="0"/>
              </a:rPr>
              <a:t>: This work is currently a </a:t>
            </a:r>
            <a:r>
              <a:rPr lang="en-US" sz="1000" b="1" i="1" dirty="0">
                <a:latin typeface="Courier New" panose="02070309020205020404" pitchFamily="49" charset="0"/>
                <a:cs typeface="Courier New" panose="02070309020205020404" pitchFamily="49" charset="0"/>
              </a:rPr>
              <a:t>discussion draft </a:t>
            </a:r>
            <a:r>
              <a:rPr lang="en-US" sz="1000" b="1" dirty="0">
                <a:latin typeface="Courier New" panose="02070309020205020404" pitchFamily="49" charset="0"/>
                <a:cs typeface="Courier New" panose="02070309020205020404" pitchFamily="49" charset="0"/>
              </a:rPr>
              <a:t>for the HL7 EU community. Documentation and source code are available on </a:t>
            </a:r>
            <a:r>
              <a:rPr lang="en-US" sz="1000" b="1" dirty="0">
                <a:latin typeface="Courier New" panose="02070309020205020404" pitchFamily="49" charset="0"/>
                <a:cs typeface="Courier New" panose="02070309020205020404" pitchFamily="49" charset="0"/>
                <a:hlinkClick r:id="rId3"/>
              </a:rPr>
              <a:t>Confluence</a:t>
            </a:r>
            <a:r>
              <a:rPr lang="en-US" sz="1000" b="1" dirty="0">
                <a:latin typeface="Courier New" panose="02070309020205020404" pitchFamily="49" charset="0"/>
                <a:cs typeface="Courier New" panose="02070309020205020404" pitchFamily="49"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C2529C-C287-21F0-89D4-C1F03C7BD181}"/>
              </a:ext>
            </a:extLst>
          </p:cNvPr>
          <p:cNvSpPr>
            <a:spLocks noGrp="1"/>
          </p:cNvSpPr>
          <p:nvPr>
            <p:ph type="title"/>
          </p:nvPr>
        </p:nvSpPr>
        <p:spPr/>
        <p:txBody>
          <a:bodyPr/>
          <a:lstStyle/>
          <a:p>
            <a:r>
              <a:rPr lang="en-US" dirty="0"/>
              <a:t>Development Approach and Tools</a:t>
            </a:r>
          </a:p>
        </p:txBody>
      </p:sp>
      <p:sp>
        <p:nvSpPr>
          <p:cNvPr id="3" name="Segnaposto contenuto 2">
            <a:extLst>
              <a:ext uri="{FF2B5EF4-FFF2-40B4-BE49-F238E27FC236}">
                <a16:creationId xmlns:a16="http://schemas.microsoft.com/office/drawing/2014/main" id="{69C1A673-E37F-5B4D-C862-F02F2359C38F}"/>
              </a:ext>
            </a:extLst>
          </p:cNvPr>
          <p:cNvSpPr>
            <a:spLocks noGrp="1"/>
          </p:cNvSpPr>
          <p:nvPr>
            <p:ph sz="quarter" idx="13"/>
          </p:nvPr>
        </p:nvSpPr>
        <p:spPr>
          <a:xfrm>
            <a:off x="609600" y="1275174"/>
            <a:ext cx="5690592" cy="3672840"/>
          </a:xfrm>
        </p:spPr>
        <p:txBody>
          <a:bodyPr>
            <a:normAutofit fontScale="92500" lnSpcReduction="10000"/>
          </a:bodyPr>
          <a:lstStyle/>
          <a:p>
            <a:r>
              <a:rPr lang="en-US" sz="1400" dirty="0"/>
              <a:t>The initial OWL 2 model was generated from the European Cancer Common Conceptual Model v2, developed with Claude 3.7 Sonnet Large Language Model (LLM). </a:t>
            </a:r>
          </a:p>
          <a:p>
            <a:r>
              <a:rPr lang="en-US" sz="1400" dirty="0"/>
              <a:t>The Cameo Concept Modeler plugin was then used to import the OWL model into </a:t>
            </a:r>
            <a:r>
              <a:rPr lang="en-US" sz="1400" dirty="0" err="1"/>
              <a:t>MagicDraw</a:t>
            </a:r>
            <a:r>
              <a:rPr lang="en-US" sz="1400" dirty="0"/>
              <a:t> UML 2024x and correct/extend the ontology. </a:t>
            </a:r>
          </a:p>
          <a:p>
            <a:r>
              <a:rPr lang="en-US" sz="1400" dirty="0"/>
              <a:t>A Python utility (owl2plantuml_v17.py) has been developed to transform OWL 2 ontologies into </a:t>
            </a:r>
            <a:r>
              <a:rPr lang="en-US" sz="1400" dirty="0" err="1"/>
              <a:t>PlantUML</a:t>
            </a:r>
            <a:r>
              <a:rPr lang="en-US" sz="1400" dirty="0"/>
              <a:t> diagrams, useful for the HL7 Tools chain.</a:t>
            </a:r>
          </a:p>
          <a:p>
            <a:r>
              <a:rPr lang="en-US" sz="1400" dirty="0"/>
              <a:t>Subsequent discussions following the Madrid Working Group Meeting led to the current release (version 2.1).</a:t>
            </a:r>
          </a:p>
          <a:p>
            <a:r>
              <a:rPr lang="en-US" sz="1400" dirty="0"/>
              <a:t>Ontology is available in multiple serializations: RDF/XML, JSON-LD, OWL Functional syntax, and Turtle format </a:t>
            </a:r>
          </a:p>
          <a:p>
            <a:r>
              <a:rPr lang="en-US" sz="1400" dirty="0"/>
              <a:t>The new version has also been exported in Eclipse UML for manipulation with open-source tool as Papyrus UML (after the WGM we'll release the imported Papyrus UML Model). </a:t>
            </a:r>
          </a:p>
          <a:p>
            <a:r>
              <a:rPr lang="en-US" sz="1400" dirty="0"/>
              <a:t>The current updated model is aligned with the new version EU Cancer Common Conceptual Model, and has been verified and revised with the assistance of Claude 4.5 Opus LLM.</a:t>
            </a:r>
          </a:p>
        </p:txBody>
      </p:sp>
      <p:pic>
        <p:nvPicPr>
          <p:cNvPr id="5" name="Immagine 4" descr="Immagine che contiene testo, diagramma, Piano, linea&#10;&#10;Il contenuto generato dall'IA potrebbe non essere corretto.">
            <a:extLst>
              <a:ext uri="{FF2B5EF4-FFF2-40B4-BE49-F238E27FC236}">
                <a16:creationId xmlns:a16="http://schemas.microsoft.com/office/drawing/2014/main" id="{2F97486C-0217-F5D6-E078-969488BC01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92313" y="1100064"/>
            <a:ext cx="1080120" cy="900538"/>
          </a:xfrm>
          <a:prstGeom prst="rect">
            <a:avLst/>
          </a:prstGeom>
          <a:ln>
            <a:noFill/>
          </a:ln>
          <a:effectLst>
            <a:outerShdw blurRad="190500" algn="tl" rotWithShape="0">
              <a:srgbClr val="000000">
                <a:alpha val="70000"/>
              </a:srgbClr>
            </a:outerShdw>
          </a:effectLst>
        </p:spPr>
      </p:pic>
      <p:pic>
        <p:nvPicPr>
          <p:cNvPr id="7" name="Immagine 6" descr="Immagine che contiene design&#10;&#10;Il contenuto generato dall'IA potrebbe non essere corretto.">
            <a:extLst>
              <a:ext uri="{FF2B5EF4-FFF2-40B4-BE49-F238E27FC236}">
                <a16:creationId xmlns:a16="http://schemas.microsoft.com/office/drawing/2014/main" id="{A827C7B1-F0A3-FD72-41B2-36BE5EBAFE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18476" y="1308048"/>
            <a:ext cx="497894" cy="502904"/>
          </a:xfrm>
          <a:prstGeom prst="rect">
            <a:avLst/>
          </a:prstGeom>
        </p:spPr>
      </p:pic>
      <p:cxnSp>
        <p:nvCxnSpPr>
          <p:cNvPr id="9" name="Connettore 2 8">
            <a:extLst>
              <a:ext uri="{FF2B5EF4-FFF2-40B4-BE49-F238E27FC236}">
                <a16:creationId xmlns:a16="http://schemas.microsoft.com/office/drawing/2014/main" id="{8DFF12A2-3615-9406-FD3E-45743359C215}"/>
              </a:ext>
            </a:extLst>
          </p:cNvPr>
          <p:cNvCxnSpPr>
            <a:cxnSpLocks/>
            <a:stCxn id="5" idx="3"/>
            <a:endCxn id="7" idx="1"/>
          </p:cNvCxnSpPr>
          <p:nvPr/>
        </p:nvCxnSpPr>
        <p:spPr>
          <a:xfrm>
            <a:off x="7372433" y="1550333"/>
            <a:ext cx="646043" cy="9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Immagine 10" descr="Immagine che contiene blu, Blu elettrico, linea&#10;&#10;Il contenuto generato dall'IA potrebbe non essere corretto.">
            <a:extLst>
              <a:ext uri="{FF2B5EF4-FFF2-40B4-BE49-F238E27FC236}">
                <a16:creationId xmlns:a16="http://schemas.microsoft.com/office/drawing/2014/main" id="{5C768717-B659-2FBD-FF9E-DA31752C3B1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56620" y="3021850"/>
            <a:ext cx="389093" cy="389093"/>
          </a:xfrm>
          <a:prstGeom prst="rect">
            <a:avLst/>
          </a:prstGeom>
        </p:spPr>
      </p:pic>
      <p:pic>
        <p:nvPicPr>
          <p:cNvPr id="19" name="Immagine 18" descr="Immagine che contiene testo, Carattere, Elementi grafici, logo&#10;&#10;Il contenuto generato dall'IA potrebbe non essere corretto.">
            <a:extLst>
              <a:ext uri="{FF2B5EF4-FFF2-40B4-BE49-F238E27FC236}">
                <a16:creationId xmlns:a16="http://schemas.microsoft.com/office/drawing/2014/main" id="{1EAEE4E2-3865-82EC-BB78-B5CB3CF80DD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38243" y="2367480"/>
            <a:ext cx="450750" cy="420294"/>
          </a:xfrm>
          <a:prstGeom prst="rect">
            <a:avLst/>
          </a:prstGeom>
          <a:ln w="28575">
            <a:solidFill>
              <a:srgbClr val="03AA05"/>
            </a:solidFill>
          </a:ln>
          <a:effectLst>
            <a:outerShdw blurRad="190500" algn="tl" rotWithShape="0">
              <a:srgbClr val="000000">
                <a:alpha val="70000"/>
              </a:srgbClr>
            </a:outerShdw>
          </a:effectLst>
        </p:spPr>
      </p:pic>
      <p:pic>
        <p:nvPicPr>
          <p:cNvPr id="23" name="Immagine 22" descr="Immagine che contiene testo, Elementi grafici, grafica, clipart&#10;&#10;Il contenuto generato dall'IA potrebbe non essere corretto.">
            <a:extLst>
              <a:ext uri="{FF2B5EF4-FFF2-40B4-BE49-F238E27FC236}">
                <a16:creationId xmlns:a16="http://schemas.microsoft.com/office/drawing/2014/main" id="{1AA92178-6FB6-8C95-D36F-EAC9FE99E50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27643" y="3062172"/>
            <a:ext cx="507595" cy="298994"/>
          </a:xfrm>
          <a:prstGeom prst="rect">
            <a:avLst/>
          </a:prstGeom>
        </p:spPr>
      </p:pic>
      <p:pic>
        <p:nvPicPr>
          <p:cNvPr id="26" name="Immagine 25" descr="Immagine che contiene testo, Elementi grafici, design&#10;&#10;Il contenuto generato dall'IA potrebbe non essere corretto.">
            <a:extLst>
              <a:ext uri="{FF2B5EF4-FFF2-40B4-BE49-F238E27FC236}">
                <a16:creationId xmlns:a16="http://schemas.microsoft.com/office/drawing/2014/main" id="{492D86D5-5E04-8DEA-6684-5FB13483166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93887" y="3579862"/>
            <a:ext cx="792088" cy="511024"/>
          </a:xfrm>
          <a:prstGeom prst="rect">
            <a:avLst/>
          </a:prstGeom>
        </p:spPr>
      </p:pic>
      <p:cxnSp>
        <p:nvCxnSpPr>
          <p:cNvPr id="27" name="Connettore 2 26">
            <a:extLst>
              <a:ext uri="{FF2B5EF4-FFF2-40B4-BE49-F238E27FC236}">
                <a16:creationId xmlns:a16="http://schemas.microsoft.com/office/drawing/2014/main" id="{82C93CB7-72F4-D10A-F838-074996752CCC}"/>
              </a:ext>
            </a:extLst>
          </p:cNvPr>
          <p:cNvCxnSpPr>
            <a:cxnSpLocks/>
          </p:cNvCxnSpPr>
          <p:nvPr/>
        </p:nvCxnSpPr>
        <p:spPr>
          <a:xfrm flipH="1">
            <a:off x="7610726" y="2848710"/>
            <a:ext cx="333441" cy="2056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Connettore 2 32">
            <a:extLst>
              <a:ext uri="{FF2B5EF4-FFF2-40B4-BE49-F238E27FC236}">
                <a16:creationId xmlns:a16="http://schemas.microsoft.com/office/drawing/2014/main" id="{D327DC0E-B7A0-D1DB-940F-0627B9A6FBD7}"/>
              </a:ext>
            </a:extLst>
          </p:cNvPr>
          <p:cNvCxnSpPr>
            <a:cxnSpLocks/>
            <a:stCxn id="11" idx="3"/>
            <a:endCxn id="23" idx="1"/>
          </p:cNvCxnSpPr>
          <p:nvPr/>
        </p:nvCxnSpPr>
        <p:spPr>
          <a:xfrm flipV="1">
            <a:off x="7545713" y="3211669"/>
            <a:ext cx="881930" cy="472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6" name="Immagine 35" descr="Immagine che contiene design&#10;&#10;Il contenuto generato dall'IA potrebbe non essere corretto.">
            <a:extLst>
              <a:ext uri="{FF2B5EF4-FFF2-40B4-BE49-F238E27FC236}">
                <a16:creationId xmlns:a16="http://schemas.microsoft.com/office/drawing/2014/main" id="{BE3E9DF9-14B5-ED1F-0ACE-7652CFA8C1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8224" y="4173791"/>
            <a:ext cx="512231" cy="517384"/>
          </a:xfrm>
          <a:prstGeom prst="rect">
            <a:avLst/>
          </a:prstGeom>
        </p:spPr>
      </p:pic>
      <p:cxnSp>
        <p:nvCxnSpPr>
          <p:cNvPr id="61" name="Connettore 2 60">
            <a:extLst>
              <a:ext uri="{FF2B5EF4-FFF2-40B4-BE49-F238E27FC236}">
                <a16:creationId xmlns:a16="http://schemas.microsoft.com/office/drawing/2014/main" id="{C6728975-1358-51A1-3F92-E2A4AF464B62}"/>
              </a:ext>
            </a:extLst>
          </p:cNvPr>
          <p:cNvCxnSpPr>
            <a:cxnSpLocks/>
          </p:cNvCxnSpPr>
          <p:nvPr/>
        </p:nvCxnSpPr>
        <p:spPr>
          <a:xfrm flipV="1">
            <a:off x="7085954" y="4019802"/>
            <a:ext cx="385714" cy="256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6" name="Immagine 65" descr="Immagine che contiene logo, Elementi grafici, Carattere, grafica&#10;&#10;Il contenuto generato dall'IA potrebbe non essere corretto.">
            <a:extLst>
              <a:ext uri="{FF2B5EF4-FFF2-40B4-BE49-F238E27FC236}">
                <a16:creationId xmlns:a16="http://schemas.microsoft.com/office/drawing/2014/main" id="{C2DE9370-7FB7-E163-C106-11914BF8822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361523" y="3607283"/>
            <a:ext cx="727051" cy="426801"/>
          </a:xfrm>
          <a:prstGeom prst="rect">
            <a:avLst/>
          </a:prstGeom>
        </p:spPr>
      </p:pic>
      <p:cxnSp>
        <p:nvCxnSpPr>
          <p:cNvPr id="71" name="Connettore 2 70">
            <a:extLst>
              <a:ext uri="{FF2B5EF4-FFF2-40B4-BE49-F238E27FC236}">
                <a16:creationId xmlns:a16="http://schemas.microsoft.com/office/drawing/2014/main" id="{4D99D7B0-66DA-3D19-5B70-B4C33147DCE1}"/>
              </a:ext>
            </a:extLst>
          </p:cNvPr>
          <p:cNvCxnSpPr>
            <a:cxnSpLocks/>
            <a:stCxn id="80" idx="0"/>
            <a:endCxn id="66" idx="2"/>
          </p:cNvCxnSpPr>
          <p:nvPr/>
        </p:nvCxnSpPr>
        <p:spPr>
          <a:xfrm flipV="1">
            <a:off x="8516371" y="4034084"/>
            <a:ext cx="208678" cy="270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6" name="Immagine 75" descr="Immagine che contiene bianco, design, tipografia&#10;&#10;Il contenuto generato dall'IA potrebbe non essere corretto.">
            <a:extLst>
              <a:ext uri="{FF2B5EF4-FFF2-40B4-BE49-F238E27FC236}">
                <a16:creationId xmlns:a16="http://schemas.microsoft.com/office/drawing/2014/main" id="{1098183A-802E-9551-36DB-4A3D416B31D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520860" y="4342714"/>
            <a:ext cx="517383" cy="517383"/>
          </a:xfrm>
          <a:prstGeom prst="rect">
            <a:avLst/>
          </a:prstGeom>
        </p:spPr>
      </p:pic>
      <p:cxnSp>
        <p:nvCxnSpPr>
          <p:cNvPr id="77" name="Connettore 2 76">
            <a:extLst>
              <a:ext uri="{FF2B5EF4-FFF2-40B4-BE49-F238E27FC236}">
                <a16:creationId xmlns:a16="http://schemas.microsoft.com/office/drawing/2014/main" id="{AC139FD3-BBE5-29F7-40C3-05D1AA680E16}"/>
              </a:ext>
            </a:extLst>
          </p:cNvPr>
          <p:cNvCxnSpPr>
            <a:cxnSpLocks/>
            <a:stCxn id="36" idx="3"/>
            <a:endCxn id="76" idx="1"/>
          </p:cNvCxnSpPr>
          <p:nvPr/>
        </p:nvCxnSpPr>
        <p:spPr>
          <a:xfrm>
            <a:off x="7100455" y="4432483"/>
            <a:ext cx="420405" cy="16892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0" name="CasellaDiTesto 79">
            <a:extLst>
              <a:ext uri="{FF2B5EF4-FFF2-40B4-BE49-F238E27FC236}">
                <a16:creationId xmlns:a16="http://schemas.microsoft.com/office/drawing/2014/main" id="{4299CDDA-6D47-AA97-4998-6CA3A7CCEABC}"/>
              </a:ext>
            </a:extLst>
          </p:cNvPr>
          <p:cNvSpPr txBox="1"/>
          <p:nvPr/>
        </p:nvSpPr>
        <p:spPr>
          <a:xfrm>
            <a:off x="7944167" y="4304473"/>
            <a:ext cx="1144407" cy="553998"/>
          </a:xfrm>
          <a:prstGeom prst="rect">
            <a:avLst/>
          </a:prstGeom>
          <a:noFill/>
        </p:spPr>
        <p:txBody>
          <a:bodyPr wrap="square" rtlCol="0">
            <a:spAutoFit/>
          </a:bodyPr>
          <a:lstStyle/>
          <a:p>
            <a:r>
              <a:rPr lang="it-IT" sz="1000" b="1" dirty="0"/>
              <a:t>MCP servers for </a:t>
            </a:r>
            <a:r>
              <a:rPr lang="it-IT" sz="1000" b="1" dirty="0" err="1"/>
              <a:t>Ontology</a:t>
            </a:r>
            <a:r>
              <a:rPr lang="it-IT" sz="1000" b="1" dirty="0"/>
              <a:t> </a:t>
            </a:r>
            <a:r>
              <a:rPr lang="it-IT" sz="1000" b="1" dirty="0" err="1"/>
              <a:t>curation</a:t>
            </a:r>
            <a:r>
              <a:rPr lang="it-IT" sz="1000" b="1" dirty="0"/>
              <a:t> and RAG</a:t>
            </a:r>
          </a:p>
        </p:txBody>
      </p:sp>
      <p:cxnSp>
        <p:nvCxnSpPr>
          <p:cNvPr id="81" name="Connettore 2 80">
            <a:extLst>
              <a:ext uri="{FF2B5EF4-FFF2-40B4-BE49-F238E27FC236}">
                <a16:creationId xmlns:a16="http://schemas.microsoft.com/office/drawing/2014/main" id="{2AA5C331-BC34-801A-F313-B24327D06F86}"/>
              </a:ext>
            </a:extLst>
          </p:cNvPr>
          <p:cNvCxnSpPr>
            <a:cxnSpLocks/>
          </p:cNvCxnSpPr>
          <p:nvPr/>
        </p:nvCxnSpPr>
        <p:spPr>
          <a:xfrm>
            <a:off x="8038243" y="3835374"/>
            <a:ext cx="3725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CasellaDiTesto 97">
            <a:extLst>
              <a:ext uri="{FF2B5EF4-FFF2-40B4-BE49-F238E27FC236}">
                <a16:creationId xmlns:a16="http://schemas.microsoft.com/office/drawing/2014/main" id="{B7F49D4A-4E52-6115-5A26-89787EF7748D}"/>
              </a:ext>
            </a:extLst>
          </p:cNvPr>
          <p:cNvSpPr txBox="1"/>
          <p:nvPr/>
        </p:nvSpPr>
        <p:spPr>
          <a:xfrm>
            <a:off x="6292313" y="1991143"/>
            <a:ext cx="1080120" cy="246221"/>
          </a:xfrm>
          <a:prstGeom prst="rect">
            <a:avLst/>
          </a:prstGeom>
          <a:noFill/>
        </p:spPr>
        <p:txBody>
          <a:bodyPr wrap="square" rtlCol="0">
            <a:spAutoFit/>
          </a:bodyPr>
          <a:lstStyle/>
          <a:p>
            <a:pPr algn="ctr"/>
            <a:r>
              <a:rPr lang="it-IT" sz="1000" b="1" dirty="0" err="1"/>
              <a:t>Original</a:t>
            </a:r>
            <a:r>
              <a:rPr lang="it-IT" sz="1000" b="1" dirty="0"/>
              <a:t> EU-CCM</a:t>
            </a:r>
          </a:p>
        </p:txBody>
      </p:sp>
      <p:cxnSp>
        <p:nvCxnSpPr>
          <p:cNvPr id="109" name="Connettore 2 108">
            <a:extLst>
              <a:ext uri="{FF2B5EF4-FFF2-40B4-BE49-F238E27FC236}">
                <a16:creationId xmlns:a16="http://schemas.microsoft.com/office/drawing/2014/main" id="{EDD36C08-F37B-2B98-E1D0-91A5BE3A38E5}"/>
              </a:ext>
            </a:extLst>
          </p:cNvPr>
          <p:cNvCxnSpPr>
            <a:cxnSpLocks/>
            <a:stCxn id="7" idx="2"/>
            <a:endCxn id="19" idx="0"/>
          </p:cNvCxnSpPr>
          <p:nvPr/>
        </p:nvCxnSpPr>
        <p:spPr>
          <a:xfrm flipH="1">
            <a:off x="8263618" y="1810952"/>
            <a:ext cx="3805" cy="556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Connettore a gomito 118">
            <a:extLst>
              <a:ext uri="{FF2B5EF4-FFF2-40B4-BE49-F238E27FC236}">
                <a16:creationId xmlns:a16="http://schemas.microsoft.com/office/drawing/2014/main" id="{7D23F9CA-FA19-3CB3-FA82-DFB2B89573F2}"/>
              </a:ext>
            </a:extLst>
          </p:cNvPr>
          <p:cNvCxnSpPr>
            <a:cxnSpLocks/>
            <a:stCxn id="19" idx="1"/>
            <a:endCxn id="36" idx="0"/>
          </p:cNvCxnSpPr>
          <p:nvPr/>
        </p:nvCxnSpPr>
        <p:spPr>
          <a:xfrm rot="10800000" flipV="1">
            <a:off x="6844341" y="2577627"/>
            <a:ext cx="1193903" cy="159616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3" name="Rettangolo con angoli arrotondati 132">
            <a:extLst>
              <a:ext uri="{FF2B5EF4-FFF2-40B4-BE49-F238E27FC236}">
                <a16:creationId xmlns:a16="http://schemas.microsoft.com/office/drawing/2014/main" id="{B1D5558A-DE8C-047B-452E-B1E297B92E57}"/>
              </a:ext>
            </a:extLst>
          </p:cNvPr>
          <p:cNvSpPr/>
          <p:nvPr/>
        </p:nvSpPr>
        <p:spPr>
          <a:xfrm>
            <a:off x="6591526" y="2238512"/>
            <a:ext cx="2498569" cy="2645929"/>
          </a:xfrm>
          <a:prstGeom prst="roundRect">
            <a:avLst>
              <a:gd name="adj" fmla="val 3353"/>
            </a:avLst>
          </a:prstGeom>
          <a:noFill/>
          <a:ln>
            <a:solidFill>
              <a:srgbClr val="03AA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51" name="Immagine 150" descr="Immagine che contiene clipart, simbolo, Elementi grafici, cartone animato&#10;&#10;Il contenuto generato dall'IA potrebbe non essere corretto.">
            <a:extLst>
              <a:ext uri="{FF2B5EF4-FFF2-40B4-BE49-F238E27FC236}">
                <a16:creationId xmlns:a16="http://schemas.microsoft.com/office/drawing/2014/main" id="{13623694-684A-A255-8CBC-33D98E1950F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055552" y="3905365"/>
            <a:ext cx="250561" cy="2505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C2529C-C287-21F0-89D4-C1F03C7BD181}"/>
              </a:ext>
            </a:extLst>
          </p:cNvPr>
          <p:cNvSpPr>
            <a:spLocks noGrp="1"/>
          </p:cNvSpPr>
          <p:nvPr>
            <p:ph type="title"/>
          </p:nvPr>
        </p:nvSpPr>
        <p:spPr/>
        <p:txBody>
          <a:bodyPr/>
          <a:lstStyle/>
          <a:p>
            <a:r>
              <a:rPr lang="en-US" dirty="0"/>
              <a:t>Proposed Next Steps</a:t>
            </a:r>
          </a:p>
        </p:txBody>
      </p:sp>
      <p:sp>
        <p:nvSpPr>
          <p:cNvPr id="3" name="Segnaposto contenuto 2">
            <a:extLst>
              <a:ext uri="{FF2B5EF4-FFF2-40B4-BE49-F238E27FC236}">
                <a16:creationId xmlns:a16="http://schemas.microsoft.com/office/drawing/2014/main" id="{69C1A673-E37F-5B4D-C862-F02F2359C38F}"/>
              </a:ext>
            </a:extLst>
          </p:cNvPr>
          <p:cNvSpPr>
            <a:spLocks noGrp="1"/>
          </p:cNvSpPr>
          <p:nvPr>
            <p:ph sz="quarter" idx="13"/>
          </p:nvPr>
        </p:nvSpPr>
        <p:spPr>
          <a:xfrm>
            <a:off x="628260" y="1239921"/>
            <a:ext cx="8153400" cy="715144"/>
          </a:xfrm>
        </p:spPr>
        <p:txBody>
          <a:bodyPr/>
          <a:lstStyle/>
          <a:p>
            <a:r>
              <a:rPr lang="en-US" sz="1400" dirty="0"/>
              <a:t>Resolve some minor doubts about the formal model (e.g., multiplicity of relationships)</a:t>
            </a:r>
          </a:p>
          <a:p>
            <a:r>
              <a:rPr lang="en-US" sz="1400" dirty="0"/>
              <a:t>continuous alignment with model developments (also against the logical model)</a:t>
            </a:r>
          </a:p>
        </p:txBody>
      </p:sp>
      <p:sp>
        <p:nvSpPr>
          <p:cNvPr id="5" name="Segnaposto contenuto 2">
            <a:extLst>
              <a:ext uri="{FF2B5EF4-FFF2-40B4-BE49-F238E27FC236}">
                <a16:creationId xmlns:a16="http://schemas.microsoft.com/office/drawing/2014/main" id="{8E67A210-F193-870E-B42D-58ECE1B0B554}"/>
              </a:ext>
            </a:extLst>
          </p:cNvPr>
          <p:cNvSpPr txBox="1">
            <a:spLocks/>
          </p:cNvSpPr>
          <p:nvPr/>
        </p:nvSpPr>
        <p:spPr>
          <a:xfrm>
            <a:off x="621432" y="1986627"/>
            <a:ext cx="8052999" cy="503160"/>
          </a:xfrm>
          <a:prstGeom prst="rect">
            <a:avLst/>
          </a:prstGeom>
        </p:spPr>
        <p:txBody>
          <a:bodyPr vert="horz">
            <a:normAutofit lnSpcReduction="10000"/>
          </a:bodyPr>
          <a:lstStyle>
            <a:lvl1pPr marL="320040" indent="-320040" algn="l" rtl="0" eaLnBrk="1" latinLnBrk="0" hangingPunct="1">
              <a:spcBef>
                <a:spcPts val="700"/>
              </a:spcBef>
              <a:buClr>
                <a:schemeClr val="accent2"/>
              </a:buClr>
              <a:buSzPct val="60000"/>
              <a:buFont typeface="Wingdings" panose="05000000000000000000" pitchFamily="2" charset="2"/>
              <a:buChar char=""/>
              <a:defRPr kumimoji="0" lang="it-IT" sz="1800" kern="1200">
                <a:solidFill>
                  <a:schemeClr val="tx1"/>
                </a:solidFill>
                <a:latin typeface="+mn-lt"/>
                <a:ea typeface="+mn-ea"/>
                <a:cs typeface="+mn-cs"/>
              </a:defRPr>
            </a:lvl1pPr>
            <a:lvl2pPr marL="640080" indent="-274320" algn="l" rtl="0" eaLnBrk="1" latinLnBrk="0" hangingPunct="1">
              <a:spcBef>
                <a:spcPts val="550"/>
              </a:spcBef>
              <a:buClr>
                <a:srgbClr val="FF0000"/>
              </a:buClr>
              <a:buSzPct val="70000"/>
              <a:buFont typeface="Wingdings 2"/>
              <a:buChar char=""/>
              <a:defRPr kumimoji="0" lang="it-IT" sz="18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lang="it-IT" sz="18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lang="it-IT" sz="1800" kern="1200">
                <a:solidFill>
                  <a:schemeClr val="tx1"/>
                </a:solidFill>
                <a:latin typeface="+mn-lt"/>
                <a:ea typeface="+mn-ea"/>
                <a:cs typeface="+mn-cs"/>
              </a:defRPr>
            </a:lvl4pPr>
            <a:lvl5pPr marL="1828800" indent="-228600" algn="l" rtl="0" eaLnBrk="1" latinLnBrk="0" hangingPunct="1">
              <a:spcBef>
                <a:spcPts val="400"/>
              </a:spcBef>
              <a:buClr>
                <a:schemeClr val="accent3"/>
              </a:buClr>
              <a:buSzPct val="65000"/>
              <a:buFont typeface="Wingdings"/>
              <a:buChar char=""/>
              <a:defRPr kumimoji="0" lang="it-IT" sz="18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kumimoji="0" lang="it-IT"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lang="it-IT"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lang="it-IT"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lang="it-IT" sz="1800" kern="1200" baseline="0">
                <a:solidFill>
                  <a:schemeClr val="tx1"/>
                </a:solidFill>
                <a:latin typeface="+mn-lt"/>
                <a:ea typeface="+mn-ea"/>
                <a:cs typeface="+mn-cs"/>
              </a:defRPr>
            </a:lvl9pPr>
            <a:extLst/>
          </a:lstStyle>
          <a:p>
            <a:r>
              <a:rPr lang="en-US" sz="1400" dirty="0"/>
              <a:t>Test the use of the model with LLMs. </a:t>
            </a:r>
            <a:br>
              <a:rPr lang="en-US" sz="1400" dirty="0"/>
            </a:br>
            <a:r>
              <a:rPr lang="en-US" sz="1400" dirty="0"/>
              <a:t>Possible examples (TBD):</a:t>
            </a:r>
          </a:p>
        </p:txBody>
      </p:sp>
      <p:sp>
        <p:nvSpPr>
          <p:cNvPr id="6" name="Segnaposto contenuto 2">
            <a:extLst>
              <a:ext uri="{FF2B5EF4-FFF2-40B4-BE49-F238E27FC236}">
                <a16:creationId xmlns:a16="http://schemas.microsoft.com/office/drawing/2014/main" id="{51549A68-FAAD-50A4-B4B5-18397403429A}"/>
              </a:ext>
            </a:extLst>
          </p:cNvPr>
          <p:cNvSpPr txBox="1">
            <a:spLocks/>
          </p:cNvSpPr>
          <p:nvPr/>
        </p:nvSpPr>
        <p:spPr>
          <a:xfrm>
            <a:off x="562410" y="2677587"/>
            <a:ext cx="4017298" cy="2211710"/>
          </a:xfrm>
          <a:prstGeom prst="rect">
            <a:avLst/>
          </a:prstGeom>
          <a:solidFill>
            <a:schemeClr val="bg2">
              <a:lumMod val="90000"/>
            </a:schemeClr>
          </a:solidFill>
        </p:spPr>
        <p:txBody>
          <a:bodyPr vert="horz">
            <a:normAutofit lnSpcReduction="10000"/>
          </a:bodyPr>
          <a:lstStyle>
            <a:lvl1pPr indent="0" eaLnBrk="1" hangingPunct="1">
              <a:spcBef>
                <a:spcPts val="700"/>
              </a:spcBef>
              <a:buClr>
                <a:schemeClr val="accent2"/>
              </a:buClr>
              <a:buSzPct val="60000"/>
              <a:buFont typeface="Wingdings" panose="05000000000000000000" pitchFamily="2" charset="2"/>
              <a:buNone/>
              <a:defRPr kumimoji="0" sz="1000" b="0"/>
            </a:lvl1pPr>
            <a:lvl2pPr marL="640080" indent="-274320" eaLnBrk="1" hangingPunct="1">
              <a:spcBef>
                <a:spcPts val="550"/>
              </a:spcBef>
              <a:buClr>
                <a:srgbClr val="FF0000"/>
              </a:buClr>
              <a:buSzPct val="70000"/>
              <a:buFont typeface="Wingdings 2"/>
              <a:buChar char=""/>
              <a:defRPr kumimoji="0"/>
            </a:lvl2pPr>
            <a:lvl3pPr indent="-228600" eaLnBrk="1" hangingPunct="1">
              <a:spcBef>
                <a:spcPts val="500"/>
              </a:spcBef>
              <a:buClr>
                <a:schemeClr val="accent2"/>
              </a:buClr>
              <a:buSzPct val="75000"/>
              <a:buFont typeface="Wingdings"/>
              <a:buChar char=""/>
              <a:defRPr kumimoji="0"/>
            </a:lvl3pPr>
            <a:lvl4pPr indent="-228600" eaLnBrk="1" hangingPunct="1">
              <a:spcBef>
                <a:spcPts val="400"/>
              </a:spcBef>
              <a:buClr>
                <a:schemeClr val="accent3"/>
              </a:buClr>
              <a:buSzPct val="75000"/>
              <a:buFont typeface="Wingdings"/>
              <a:buChar char=""/>
              <a:defRPr kumimoji="0"/>
            </a:lvl4pPr>
            <a:lvl5pPr indent="-228600" eaLnBrk="1" hangingPunct="1">
              <a:spcBef>
                <a:spcPts val="400"/>
              </a:spcBef>
              <a:buClr>
                <a:schemeClr val="accent3"/>
              </a:buClr>
              <a:buSzPct val="65000"/>
              <a:buFont typeface="Wingdings"/>
              <a:buChar char=""/>
              <a:defRPr kumimoji="0"/>
            </a:lvl5pPr>
            <a:lvl6pPr marL="2103120" indent="-228600" eaLnBrk="1" hangingPunct="1">
              <a:spcBef>
                <a:spcPct val="20000"/>
              </a:spcBef>
              <a:buClr>
                <a:schemeClr val="accent1"/>
              </a:buClr>
              <a:buFont typeface="Wingdings"/>
              <a:buNone/>
              <a:defRPr kumimoji="0" baseline="0"/>
            </a:lvl6pPr>
            <a:lvl7pPr marL="2377440" indent="-228600" eaLnBrk="1" hangingPunct="1">
              <a:spcBef>
                <a:spcPct val="20000"/>
              </a:spcBef>
              <a:buClr>
                <a:schemeClr val="accent2"/>
              </a:buClr>
              <a:buFont typeface="Wingdings"/>
              <a:buChar char="§"/>
              <a:defRPr kumimoji="0" baseline="0"/>
            </a:lvl7pPr>
            <a:lvl8pPr marL="2651760" indent="-228600" eaLnBrk="1" hangingPunct="1">
              <a:spcBef>
                <a:spcPct val="20000"/>
              </a:spcBef>
              <a:buClr>
                <a:schemeClr val="accent3"/>
              </a:buClr>
              <a:buFont typeface="Wingdings"/>
              <a:buChar char="§"/>
              <a:defRPr kumimoji="0" baseline="0"/>
            </a:lvl8pPr>
            <a:lvl9pPr marL="2926080" indent="-228600" eaLnBrk="1" hangingPunct="1">
              <a:spcBef>
                <a:spcPct val="20000"/>
              </a:spcBef>
              <a:buClr>
                <a:schemeClr val="accent4"/>
              </a:buClr>
              <a:buFont typeface="Wingdings"/>
              <a:buChar char="§"/>
              <a:defRPr kumimoji="0" baseline="0"/>
            </a:lvl9pPr>
            <a:extLst/>
          </a:lstStyle>
          <a:p>
            <a:endParaRPr lang="en-US" sz="1050" dirty="0"/>
          </a:p>
          <a:p>
            <a:endParaRPr lang="en-US" sz="1050" dirty="0"/>
          </a:p>
          <a:p>
            <a:endParaRPr lang="en-US" sz="1050" dirty="0"/>
          </a:p>
          <a:p>
            <a:endParaRPr lang="en-US" sz="1050" dirty="0"/>
          </a:p>
          <a:p>
            <a:endParaRPr lang="en-US" sz="1050" dirty="0"/>
          </a:p>
          <a:p>
            <a:r>
              <a:rPr lang="en-US" sz="1050" dirty="0"/>
              <a:t>OG-RAG addresses traditional Retrieval-Augmented Generation (RAG) limitations by using hypergraphs to incorporate ontology-grounded knowledge. It retrieves minimal, highly relevant contexts, significantly boosting response accuracy and factual grounding.</a:t>
            </a:r>
          </a:p>
          <a:p>
            <a:r>
              <a:rPr lang="en-US" sz="1050" dirty="0"/>
              <a:t>In our context can be used with FHIR Resource specification or with clinical research data</a:t>
            </a:r>
          </a:p>
        </p:txBody>
      </p:sp>
      <p:pic>
        <p:nvPicPr>
          <p:cNvPr id="10" name="Immagine 9">
            <a:extLst>
              <a:ext uri="{FF2B5EF4-FFF2-40B4-BE49-F238E27FC236}">
                <a16:creationId xmlns:a16="http://schemas.microsoft.com/office/drawing/2014/main" id="{982EAF34-EF3F-C2B4-7DDB-AC77D89E7F52}"/>
              </a:ext>
            </a:extLst>
          </p:cNvPr>
          <p:cNvPicPr>
            <a:picLocks noChangeAspect="1"/>
          </p:cNvPicPr>
          <p:nvPr/>
        </p:nvPicPr>
        <p:blipFill>
          <a:blip r:embed="rId2"/>
          <a:stretch>
            <a:fillRect/>
          </a:stretch>
        </p:blipFill>
        <p:spPr>
          <a:xfrm>
            <a:off x="1259633" y="2749595"/>
            <a:ext cx="2063568" cy="844187"/>
          </a:xfrm>
          <a:prstGeom prst="rect">
            <a:avLst/>
          </a:prstGeom>
        </p:spPr>
      </p:pic>
      <p:sp>
        <p:nvSpPr>
          <p:cNvPr id="11" name="CasellaDiTesto 10">
            <a:extLst>
              <a:ext uri="{FF2B5EF4-FFF2-40B4-BE49-F238E27FC236}">
                <a16:creationId xmlns:a16="http://schemas.microsoft.com/office/drawing/2014/main" id="{69A7B600-6DFB-585E-F891-87EA477D14BF}"/>
              </a:ext>
            </a:extLst>
          </p:cNvPr>
          <p:cNvSpPr txBox="1"/>
          <p:nvPr/>
        </p:nvSpPr>
        <p:spPr>
          <a:xfrm>
            <a:off x="547261" y="3316783"/>
            <a:ext cx="575799" cy="276999"/>
          </a:xfrm>
          <a:prstGeom prst="rect">
            <a:avLst/>
          </a:prstGeom>
          <a:noFill/>
        </p:spPr>
        <p:txBody>
          <a:bodyPr wrap="none" rtlCol="0">
            <a:spAutoFit/>
          </a:bodyPr>
          <a:lstStyle/>
          <a:p>
            <a:r>
              <a:rPr lang="it-IT" sz="1200" dirty="0"/>
              <a:t>Query</a:t>
            </a:r>
          </a:p>
        </p:txBody>
      </p:sp>
      <p:pic>
        <p:nvPicPr>
          <p:cNvPr id="13" name="Elemento grafico 12" descr="Profilo femminile con riempimento a tinta unita">
            <a:extLst>
              <a:ext uri="{FF2B5EF4-FFF2-40B4-BE49-F238E27FC236}">
                <a16:creationId xmlns:a16="http://schemas.microsoft.com/office/drawing/2014/main" id="{4741F20A-A695-C748-0C45-F9F205BFC5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1001" y="2957529"/>
            <a:ext cx="428318" cy="428318"/>
          </a:xfrm>
          <a:prstGeom prst="rect">
            <a:avLst/>
          </a:prstGeom>
        </p:spPr>
      </p:pic>
      <p:cxnSp>
        <p:nvCxnSpPr>
          <p:cNvPr id="15" name="Connettore 2 14">
            <a:extLst>
              <a:ext uri="{FF2B5EF4-FFF2-40B4-BE49-F238E27FC236}">
                <a16:creationId xmlns:a16="http://schemas.microsoft.com/office/drawing/2014/main" id="{577C44F5-7CA3-74A9-D6FD-61A38ACE496E}"/>
              </a:ext>
            </a:extLst>
          </p:cNvPr>
          <p:cNvCxnSpPr>
            <a:endCxn id="10" idx="1"/>
          </p:cNvCxnSpPr>
          <p:nvPr/>
        </p:nvCxnSpPr>
        <p:spPr>
          <a:xfrm>
            <a:off x="1043609" y="3171688"/>
            <a:ext cx="216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E089EE8D-B853-4000-7596-33A0B01A7079}"/>
              </a:ext>
            </a:extLst>
          </p:cNvPr>
          <p:cNvSpPr txBox="1"/>
          <p:nvPr/>
        </p:nvSpPr>
        <p:spPr>
          <a:xfrm>
            <a:off x="3459775" y="2749595"/>
            <a:ext cx="620504" cy="369332"/>
          </a:xfrm>
          <a:prstGeom prst="rect">
            <a:avLst/>
          </a:prstGeom>
          <a:noFill/>
          <a:ln w="19050">
            <a:solidFill>
              <a:srgbClr val="03AA05"/>
            </a:solidFill>
          </a:ln>
        </p:spPr>
        <p:txBody>
          <a:bodyPr wrap="square" rtlCol="0">
            <a:spAutoFit/>
          </a:bodyPr>
          <a:lstStyle/>
          <a:p>
            <a:pPr algn="ctr"/>
            <a:r>
              <a:rPr lang="it-IT" sz="900" b="1" dirty="0" err="1"/>
              <a:t>Relevant</a:t>
            </a:r>
            <a:r>
              <a:rPr lang="it-IT" sz="900" b="1" dirty="0"/>
              <a:t> </a:t>
            </a:r>
            <a:r>
              <a:rPr lang="it-IT" sz="900" b="1" dirty="0" err="1"/>
              <a:t>Context</a:t>
            </a:r>
            <a:endParaRPr lang="it-IT" sz="900" b="1" dirty="0"/>
          </a:p>
        </p:txBody>
      </p:sp>
      <p:cxnSp>
        <p:nvCxnSpPr>
          <p:cNvPr id="17" name="Connettore 2 16">
            <a:extLst>
              <a:ext uri="{FF2B5EF4-FFF2-40B4-BE49-F238E27FC236}">
                <a16:creationId xmlns:a16="http://schemas.microsoft.com/office/drawing/2014/main" id="{01781E6B-2B69-12E6-D6EF-305CA0233069}"/>
              </a:ext>
            </a:extLst>
          </p:cNvPr>
          <p:cNvCxnSpPr/>
          <p:nvPr/>
        </p:nvCxnSpPr>
        <p:spPr>
          <a:xfrm>
            <a:off x="3203849" y="2965619"/>
            <a:ext cx="216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ttore 2 17">
            <a:extLst>
              <a:ext uri="{FF2B5EF4-FFF2-40B4-BE49-F238E27FC236}">
                <a16:creationId xmlns:a16="http://schemas.microsoft.com/office/drawing/2014/main" id="{EE168832-C06A-307B-9138-48A0AE812B57}"/>
              </a:ext>
            </a:extLst>
          </p:cNvPr>
          <p:cNvCxnSpPr>
            <a:cxnSpLocks/>
          </p:cNvCxnSpPr>
          <p:nvPr/>
        </p:nvCxnSpPr>
        <p:spPr>
          <a:xfrm>
            <a:off x="3635897" y="3149417"/>
            <a:ext cx="0" cy="167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2" name="Elemento grafico 21" descr="Robot con riempimento a tinta unita">
            <a:extLst>
              <a:ext uri="{FF2B5EF4-FFF2-40B4-BE49-F238E27FC236}">
                <a16:creationId xmlns:a16="http://schemas.microsoft.com/office/drawing/2014/main" id="{AB37DF0E-07AF-3AFF-AC16-0653A4B0B54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03641" y="3337419"/>
            <a:ext cx="276999" cy="276999"/>
          </a:xfrm>
          <a:prstGeom prst="rect">
            <a:avLst/>
          </a:prstGeom>
        </p:spPr>
      </p:pic>
      <p:cxnSp>
        <p:nvCxnSpPr>
          <p:cNvPr id="23" name="Connettore 2 22">
            <a:extLst>
              <a:ext uri="{FF2B5EF4-FFF2-40B4-BE49-F238E27FC236}">
                <a16:creationId xmlns:a16="http://schemas.microsoft.com/office/drawing/2014/main" id="{F1470F74-8396-4892-280B-4163B92230E6}"/>
              </a:ext>
            </a:extLst>
          </p:cNvPr>
          <p:cNvCxnSpPr>
            <a:cxnSpLocks/>
          </p:cNvCxnSpPr>
          <p:nvPr/>
        </p:nvCxnSpPr>
        <p:spPr>
          <a:xfrm>
            <a:off x="3780639" y="3469675"/>
            <a:ext cx="1432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CasellaDiTesto 23">
            <a:extLst>
              <a:ext uri="{FF2B5EF4-FFF2-40B4-BE49-F238E27FC236}">
                <a16:creationId xmlns:a16="http://schemas.microsoft.com/office/drawing/2014/main" id="{9AA0DFBE-6428-781C-63AA-2598A619DC1B}"/>
              </a:ext>
            </a:extLst>
          </p:cNvPr>
          <p:cNvSpPr txBox="1"/>
          <p:nvPr/>
        </p:nvSpPr>
        <p:spPr>
          <a:xfrm>
            <a:off x="3323201" y="3535275"/>
            <a:ext cx="637879" cy="230832"/>
          </a:xfrm>
          <a:prstGeom prst="rect">
            <a:avLst/>
          </a:prstGeom>
          <a:noFill/>
          <a:ln w="19050">
            <a:noFill/>
          </a:ln>
        </p:spPr>
        <p:txBody>
          <a:bodyPr wrap="square" rtlCol="0">
            <a:spAutoFit/>
          </a:bodyPr>
          <a:lstStyle/>
          <a:p>
            <a:pPr algn="ctr"/>
            <a:r>
              <a:rPr lang="it-IT" sz="900" b="1" dirty="0" err="1"/>
              <a:t>Response</a:t>
            </a:r>
            <a:endParaRPr lang="it-IT" sz="900" b="1" dirty="0"/>
          </a:p>
        </p:txBody>
      </p:sp>
      <p:sp>
        <p:nvSpPr>
          <p:cNvPr id="25" name="CasellaDiTesto 24">
            <a:extLst>
              <a:ext uri="{FF2B5EF4-FFF2-40B4-BE49-F238E27FC236}">
                <a16:creationId xmlns:a16="http://schemas.microsoft.com/office/drawing/2014/main" id="{9C98B087-3D25-9C3E-23D7-8B06688AD611}"/>
              </a:ext>
            </a:extLst>
          </p:cNvPr>
          <p:cNvSpPr txBox="1"/>
          <p:nvPr/>
        </p:nvSpPr>
        <p:spPr>
          <a:xfrm>
            <a:off x="3961080" y="3293443"/>
            <a:ext cx="579253" cy="307777"/>
          </a:xfrm>
          <a:prstGeom prst="rect">
            <a:avLst/>
          </a:prstGeom>
          <a:noFill/>
          <a:ln w="19050">
            <a:solidFill>
              <a:srgbClr val="03AA05"/>
            </a:solidFill>
          </a:ln>
        </p:spPr>
        <p:txBody>
          <a:bodyPr wrap="square" rtlCol="0">
            <a:spAutoFit/>
          </a:bodyPr>
          <a:lstStyle/>
          <a:p>
            <a:pPr algn="ctr"/>
            <a:r>
              <a:rPr lang="it-IT" sz="700" b="1" dirty="0" err="1"/>
              <a:t>Factual</a:t>
            </a:r>
            <a:r>
              <a:rPr lang="it-IT" sz="700" b="1" dirty="0"/>
              <a:t> </a:t>
            </a:r>
            <a:r>
              <a:rPr lang="it-IT" sz="700" b="1" dirty="0" err="1"/>
              <a:t>deduction</a:t>
            </a:r>
            <a:endParaRPr lang="it-IT" sz="700" b="1" dirty="0"/>
          </a:p>
        </p:txBody>
      </p:sp>
      <p:sp>
        <p:nvSpPr>
          <p:cNvPr id="26" name="CasellaDiTesto 25">
            <a:extLst>
              <a:ext uri="{FF2B5EF4-FFF2-40B4-BE49-F238E27FC236}">
                <a16:creationId xmlns:a16="http://schemas.microsoft.com/office/drawing/2014/main" id="{59516061-7B61-9F1F-7368-D0D49B9CEC01}"/>
              </a:ext>
            </a:extLst>
          </p:cNvPr>
          <p:cNvSpPr txBox="1"/>
          <p:nvPr/>
        </p:nvSpPr>
        <p:spPr>
          <a:xfrm>
            <a:off x="467949" y="2427734"/>
            <a:ext cx="705642" cy="261610"/>
          </a:xfrm>
          <a:prstGeom prst="rect">
            <a:avLst/>
          </a:prstGeom>
          <a:noFill/>
        </p:spPr>
        <p:txBody>
          <a:bodyPr wrap="none" rtlCol="0">
            <a:spAutoFit/>
          </a:bodyPr>
          <a:lstStyle/>
          <a:p>
            <a:r>
              <a:rPr lang="it-IT" sz="1100" b="1" dirty="0"/>
              <a:t>OG RAG</a:t>
            </a:r>
          </a:p>
        </p:txBody>
      </p:sp>
      <p:sp>
        <p:nvSpPr>
          <p:cNvPr id="30" name="CasellaDiTesto 29">
            <a:extLst>
              <a:ext uri="{FF2B5EF4-FFF2-40B4-BE49-F238E27FC236}">
                <a16:creationId xmlns:a16="http://schemas.microsoft.com/office/drawing/2014/main" id="{67803141-9733-B940-D62D-D91E721D49E7}"/>
              </a:ext>
            </a:extLst>
          </p:cNvPr>
          <p:cNvSpPr txBox="1"/>
          <p:nvPr/>
        </p:nvSpPr>
        <p:spPr>
          <a:xfrm>
            <a:off x="4796811" y="2692240"/>
            <a:ext cx="3877620" cy="2218373"/>
          </a:xfrm>
          <a:prstGeom prst="rect">
            <a:avLst/>
          </a:prstGeom>
          <a:solidFill>
            <a:schemeClr val="bg2">
              <a:lumMod val="90000"/>
            </a:schemeClr>
          </a:solidFill>
        </p:spPr>
        <p:txBody>
          <a:bodyPr vert="horz">
            <a:normAutofit/>
          </a:bodyPr>
          <a:lstStyle>
            <a:lvl1pPr indent="0" eaLnBrk="1" hangingPunct="1">
              <a:spcBef>
                <a:spcPts val="700"/>
              </a:spcBef>
              <a:buClr>
                <a:schemeClr val="accent2"/>
              </a:buClr>
              <a:buSzPct val="60000"/>
              <a:buFont typeface="Wingdings" panose="05000000000000000000" pitchFamily="2" charset="2"/>
              <a:buNone/>
              <a:defRPr kumimoji="0" sz="700" b="1"/>
            </a:lvl1pPr>
            <a:lvl2pPr marL="640080" indent="-274320" eaLnBrk="1" hangingPunct="1">
              <a:spcBef>
                <a:spcPts val="550"/>
              </a:spcBef>
              <a:buClr>
                <a:srgbClr val="FF0000"/>
              </a:buClr>
              <a:buSzPct val="70000"/>
              <a:buFont typeface="Wingdings 2"/>
              <a:buChar char=""/>
              <a:defRPr kumimoji="0"/>
            </a:lvl2pPr>
            <a:lvl3pPr indent="-228600" eaLnBrk="1" hangingPunct="1">
              <a:spcBef>
                <a:spcPts val="500"/>
              </a:spcBef>
              <a:buClr>
                <a:schemeClr val="accent2"/>
              </a:buClr>
              <a:buSzPct val="75000"/>
              <a:buFont typeface="Wingdings"/>
              <a:buChar char=""/>
              <a:defRPr kumimoji="0"/>
            </a:lvl3pPr>
            <a:lvl4pPr indent="-228600" eaLnBrk="1" hangingPunct="1">
              <a:spcBef>
                <a:spcPts val="400"/>
              </a:spcBef>
              <a:buClr>
                <a:schemeClr val="accent3"/>
              </a:buClr>
              <a:buSzPct val="75000"/>
              <a:buFont typeface="Wingdings"/>
              <a:buChar char=""/>
              <a:defRPr kumimoji="0"/>
            </a:lvl4pPr>
            <a:lvl5pPr indent="-228600" eaLnBrk="1" hangingPunct="1">
              <a:spcBef>
                <a:spcPts val="400"/>
              </a:spcBef>
              <a:buClr>
                <a:schemeClr val="accent3"/>
              </a:buClr>
              <a:buSzPct val="65000"/>
              <a:buFont typeface="Wingdings"/>
              <a:buChar char=""/>
              <a:defRPr kumimoji="0"/>
            </a:lvl5pPr>
            <a:lvl6pPr marL="2103120" indent="-228600" eaLnBrk="1" hangingPunct="1">
              <a:spcBef>
                <a:spcPct val="20000"/>
              </a:spcBef>
              <a:buClr>
                <a:schemeClr val="accent1"/>
              </a:buClr>
              <a:buFont typeface="Wingdings"/>
              <a:buNone/>
              <a:defRPr kumimoji="0" baseline="0"/>
            </a:lvl6pPr>
            <a:lvl7pPr marL="2377440" indent="-228600" eaLnBrk="1" hangingPunct="1">
              <a:spcBef>
                <a:spcPct val="20000"/>
              </a:spcBef>
              <a:buClr>
                <a:schemeClr val="accent2"/>
              </a:buClr>
              <a:buFont typeface="Wingdings"/>
              <a:buChar char="§"/>
              <a:defRPr kumimoji="0" baseline="0"/>
            </a:lvl7pPr>
            <a:lvl8pPr marL="2651760" indent="-228600" eaLnBrk="1" hangingPunct="1">
              <a:spcBef>
                <a:spcPct val="20000"/>
              </a:spcBef>
              <a:buClr>
                <a:schemeClr val="accent3"/>
              </a:buClr>
              <a:buFont typeface="Wingdings"/>
              <a:buChar char="§"/>
              <a:defRPr kumimoji="0" baseline="0"/>
            </a:lvl8pPr>
            <a:lvl9pPr marL="2926080" indent="-228600" eaLnBrk="1" hangingPunct="1">
              <a:spcBef>
                <a:spcPct val="20000"/>
              </a:spcBef>
              <a:buClr>
                <a:schemeClr val="accent4"/>
              </a:buClr>
              <a:buFont typeface="Wingdings"/>
              <a:buChar char="§"/>
              <a:defRPr kumimoji="0" baseline="0"/>
            </a:lvl9pPr>
          </a:lstStyle>
          <a:p>
            <a:endParaRPr lang="en-US" sz="1000" b="0" dirty="0"/>
          </a:p>
          <a:p>
            <a:endParaRPr lang="en-US" sz="1000" b="0" dirty="0"/>
          </a:p>
          <a:p>
            <a:endParaRPr lang="en-US" sz="1000" b="0" dirty="0"/>
          </a:p>
          <a:p>
            <a:endParaRPr lang="en-US" sz="1000" b="0" dirty="0"/>
          </a:p>
          <a:p>
            <a:r>
              <a:rPr lang="en-US" sz="1000" b="0" dirty="0"/>
              <a:t>OWL-MCP is a Model-Context-Protocol (MCP) server for working with Web Ontology Language (OWL) ontologies. </a:t>
            </a:r>
          </a:p>
          <a:p>
            <a:r>
              <a:rPr lang="en-US" sz="1000" b="0" dirty="0"/>
              <a:t>The MCP server provides function calls for finding, adding, or removing OWL axioms, using OWL functional syntax. Each function call is accompanied by the file path of the OWL file on your disk. Any format supported by </a:t>
            </a:r>
            <a:r>
              <a:rPr lang="en-US" sz="1000" b="0" dirty="0" err="1"/>
              <a:t>py</a:t>
            </a:r>
            <a:r>
              <a:rPr lang="en-US" sz="1000" b="0" dirty="0"/>
              <a:t>-horned-owl is accepted (we following OBO guidelines and recommend functional syntax for source).</a:t>
            </a:r>
            <a:endParaRPr lang="it-IT" sz="1000" b="0" dirty="0"/>
          </a:p>
        </p:txBody>
      </p:sp>
      <p:sp>
        <p:nvSpPr>
          <p:cNvPr id="31" name="CasellaDiTesto 30">
            <a:extLst>
              <a:ext uri="{FF2B5EF4-FFF2-40B4-BE49-F238E27FC236}">
                <a16:creationId xmlns:a16="http://schemas.microsoft.com/office/drawing/2014/main" id="{E21B6F7D-E21E-7937-6703-5424C2789206}"/>
              </a:ext>
            </a:extLst>
          </p:cNvPr>
          <p:cNvSpPr txBox="1"/>
          <p:nvPr/>
        </p:nvSpPr>
        <p:spPr>
          <a:xfrm>
            <a:off x="4716016" y="2457108"/>
            <a:ext cx="768159" cy="261610"/>
          </a:xfrm>
          <a:prstGeom prst="rect">
            <a:avLst/>
          </a:prstGeom>
          <a:noFill/>
        </p:spPr>
        <p:txBody>
          <a:bodyPr wrap="none" rtlCol="0">
            <a:spAutoFit/>
          </a:bodyPr>
          <a:lstStyle/>
          <a:p>
            <a:r>
              <a:rPr lang="it-IT" sz="1100" b="1" dirty="0"/>
              <a:t>OWL MCP</a:t>
            </a:r>
          </a:p>
        </p:txBody>
      </p:sp>
      <p:pic>
        <p:nvPicPr>
          <p:cNvPr id="33" name="Immagine 32" descr="Immagine che contiene bianco, design, tipografia&#10;&#10;Il contenuto generato dall'IA potrebbe non essere corretto.">
            <a:extLst>
              <a:ext uri="{FF2B5EF4-FFF2-40B4-BE49-F238E27FC236}">
                <a16:creationId xmlns:a16="http://schemas.microsoft.com/office/drawing/2014/main" id="{6143746B-9CF4-DF07-670B-4BD81566D88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76023" y="2863485"/>
            <a:ext cx="616406" cy="616406"/>
          </a:xfrm>
          <a:prstGeom prst="rect">
            <a:avLst/>
          </a:prstGeom>
        </p:spPr>
      </p:pic>
      <p:pic>
        <p:nvPicPr>
          <p:cNvPr id="35" name="Immagine 34" descr="Immagine che contiene clipart, cartone animato, gatto&#10;&#10;Il contenuto generato dall'IA potrebbe non essere corretto.">
            <a:extLst>
              <a:ext uri="{FF2B5EF4-FFF2-40B4-BE49-F238E27FC236}">
                <a16:creationId xmlns:a16="http://schemas.microsoft.com/office/drawing/2014/main" id="{1AED52F8-3027-7AF0-9A67-08F7DD1885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92429" y="2866750"/>
            <a:ext cx="616406" cy="616406"/>
          </a:xfrm>
          <a:prstGeom prst="rect">
            <a:avLst/>
          </a:prstGeom>
          <a:ln>
            <a:solidFill>
              <a:srgbClr val="5B70BD"/>
            </a:solidFill>
          </a:ln>
        </p:spPr>
      </p:pic>
      <p:pic>
        <p:nvPicPr>
          <p:cNvPr id="36" name="Elemento grafico 35" descr="Profilo femminile con riempimento a tinta unita">
            <a:extLst>
              <a:ext uri="{FF2B5EF4-FFF2-40B4-BE49-F238E27FC236}">
                <a16:creationId xmlns:a16="http://schemas.microsoft.com/office/drawing/2014/main" id="{DBD20225-494A-FC2F-B40A-4230618E38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40524" y="3062611"/>
            <a:ext cx="238185" cy="230832"/>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Presentation16x9">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Personalizza struttur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A3DEF6C3-B4F4-4A5E-AE48-E4143091D76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 Boardroom</Template>
  <TotalTime>2299</TotalTime>
  <Words>541</Words>
  <Application>Microsoft Office PowerPoint</Application>
  <PresentationFormat>Presentazione su schermo (16:9)</PresentationFormat>
  <Paragraphs>48</Paragraphs>
  <Slides>4</Slides>
  <Notes>1</Notes>
  <HiddenSlides>0</HiddenSlides>
  <MMClips>0</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4</vt:i4>
      </vt:variant>
    </vt:vector>
  </HeadingPairs>
  <TitlesOfParts>
    <vt:vector size="13" baseType="lpstr">
      <vt:lpstr>Arial</vt:lpstr>
      <vt:lpstr>Calibri</vt:lpstr>
      <vt:lpstr>Calibri Light</vt:lpstr>
      <vt:lpstr>Courier New</vt:lpstr>
      <vt:lpstr>Tw Cen MT</vt:lpstr>
      <vt:lpstr>Wingdings</vt:lpstr>
      <vt:lpstr>Wingdings 2</vt:lpstr>
      <vt:lpstr>WidescreenPresentation16x9</vt:lpstr>
      <vt:lpstr>Personalizza struttura</vt:lpstr>
      <vt:lpstr>HL7 EU Common cancer model ontology and LLM evolution and perspective</vt:lpstr>
      <vt:lpstr>Objectives</vt:lpstr>
      <vt:lpstr>Development Approach and Tools</vt:lpstr>
      <vt:lpstr>Proposed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Lotti Stefano</dc:creator>
  <cp:keywords/>
  <cp:lastModifiedBy>Lotti Stefano</cp:lastModifiedBy>
  <cp:revision>7</cp:revision>
  <dcterms:created xsi:type="dcterms:W3CDTF">2015-05-05T18:05:38Z</dcterms:created>
  <dcterms:modified xsi:type="dcterms:W3CDTF">2025-12-01T12:01:38Z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TC101769309990</vt:lpwstr>
  </property>
</Properties>
</file>